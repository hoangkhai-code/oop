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9" r:id="rId3"/>
    <p:sldId id="266" r:id="rId4"/>
    <p:sldId id="268" r:id="rId5"/>
    <p:sldId id="269" r:id="rId6"/>
    <p:sldId id="265" r:id="rId7"/>
    <p:sldId id="270" r:id="rId8"/>
    <p:sldId id="264" r:id="rId9"/>
    <p:sldId id="263" r:id="rId10"/>
    <p:sldId id="262" r:id="rId11"/>
    <p:sldId id="271" r:id="rId12"/>
    <p:sldId id="261" r:id="rId13"/>
    <p:sldId id="272" r:id="rId14"/>
    <p:sldId id="274" r:id="rId15"/>
    <p:sldId id="273" r:id="rId16"/>
    <p:sldId id="277" r:id="rId17"/>
    <p:sldId id="276" r:id="rId18"/>
    <p:sldId id="275" r:id="rId19"/>
    <p:sldId id="282" r:id="rId20"/>
    <p:sldId id="281" r:id="rId21"/>
    <p:sldId id="280" r:id="rId22"/>
    <p:sldId id="279" r:id="rId23"/>
    <p:sldId id="278" r:id="rId24"/>
    <p:sldId id="283" r:id="rId25"/>
    <p:sldId id="285" r:id="rId26"/>
    <p:sldId id="286" r:id="rId27"/>
    <p:sldId id="287" r:id="rId28"/>
    <p:sldId id="284" r:id="rId29"/>
    <p:sldId id="289" r:id="rId30"/>
    <p:sldId id="288" r:id="rId31"/>
    <p:sldId id="291" r:id="rId32"/>
    <p:sldId id="290" r:id="rId33"/>
    <p:sldId id="294" r:id="rId34"/>
    <p:sldId id="292" r:id="rId35"/>
    <p:sldId id="295" r:id="rId36"/>
    <p:sldId id="300" r:id="rId37"/>
    <p:sldId id="299" r:id="rId38"/>
    <p:sldId id="298" r:id="rId39"/>
    <p:sldId id="297" r:id="rId40"/>
    <p:sldId id="296" r:id="rId41"/>
    <p:sldId id="303" r:id="rId42"/>
    <p:sldId id="302" r:id="rId43"/>
    <p:sldId id="260" r:id="rId44"/>
    <p:sldId id="304" r:id="rId45"/>
  </p:sldIdLst>
  <p:sldSz cx="12192000" cy="6858000"/>
  <p:notesSz cx="6858000" cy="9144000"/>
  <p:embeddedFontLst>
    <p:embeddedFont>
      <p:font typeface="Barlow" panose="00000500000000000000" pitchFamily="2" charset="0"/>
      <p:regular r:id="rId46"/>
      <p:bold r:id="rId47"/>
      <p:italic r:id="rId48"/>
      <p:boldItalic r:id="rId49"/>
    </p:embeddedFont>
    <p:embeddedFont>
      <p:font typeface="K2D" panose="020B0604020202020204" charset="-34"/>
      <p:regular r:id="rId50"/>
      <p:bold r:id="rId51"/>
      <p:italic r:id="rId52"/>
      <p:boldItalic r:id="rId53"/>
    </p:embeddedFont>
    <p:embeddedFont>
      <p:font typeface="Readex Pro" panose="020B0604020202020204" charset="-78"/>
      <p:regular r:id="rId54"/>
      <p:bold r:id="rId55"/>
    </p:embeddedFont>
    <p:embeddedFont>
      <p:font typeface="Segoe UI Symbol" panose="020B0502040204020203" pitchFamily="34" charset="0"/>
      <p:regular r:id="rId5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5CAA"/>
    <a:srgbClr val="CCFFFF"/>
    <a:srgbClr val="00AFEF"/>
    <a:srgbClr val="FFFFFF"/>
    <a:srgbClr val="27ACE3"/>
    <a:srgbClr val="1F5CA9"/>
    <a:srgbClr val="F2F2F2"/>
    <a:srgbClr val="000000"/>
    <a:srgbClr val="D9D9D9"/>
    <a:srgbClr val="BABA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831" autoAdjust="0"/>
    <p:restoredTop sz="94660"/>
  </p:normalViewPr>
  <p:slideViewPr>
    <p:cSldViewPr snapToGrid="0">
      <p:cViewPr varScale="1">
        <p:scale>
          <a:sx n="82" d="100"/>
          <a:sy n="82" d="100"/>
        </p:scale>
        <p:origin x="816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openxmlformats.org/officeDocument/2006/relationships/font" Target="fonts/font10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8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3.fntdata"/><Relationship Id="rId56" Type="http://schemas.openxmlformats.org/officeDocument/2006/relationships/font" Target="fonts/font11.fntdata"/><Relationship Id="rId8" Type="http://schemas.openxmlformats.org/officeDocument/2006/relationships/slide" Target="slides/slide7.xml"/><Relationship Id="rId51" Type="http://schemas.openxmlformats.org/officeDocument/2006/relationships/font" Target="fonts/font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4.fntdata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7.fntdata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1F5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2008231"/>
            <a:ext cx="11205713" cy="1855310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chemeClr val="bg1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3863542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4C28A5F-55DF-474B-BB6F-9232AF06D3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5071" y="682737"/>
            <a:ext cx="1061859" cy="1062060"/>
          </a:xfrm>
          <a:prstGeom prst="rect">
            <a:avLst/>
          </a:prstGeom>
        </p:spPr>
      </p:pic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4924425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4782423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00C3C4B-7EB0-A799-EF60-7E7B2A1A5D71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5889A1F-7953-5C39-8687-FF30BEEED6A0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2EFB534-7696-D26C-4ED3-9370C4BF548C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CEBF6C9-F2A0-D7EA-46F2-E2BED25E4EEB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FC287AC-3830-D280-1DFB-099F1C622FC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5036" y="6478829"/>
            <a:ext cx="9326880" cy="118101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61D4A3-C96E-946C-BF56-14B0317E483A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FDF354-0251-FE65-2C5F-25380E57F03B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27A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76B934B-7F60-9EFE-CEAF-A531BBACD851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BAF9606-2A17-830C-304D-88D56EDB1C47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4ADAA7A-04F6-2616-50B0-A84AF6F98FE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BF1CC2D-4F33-60C3-D015-EE4B3346464B}"/>
              </a:ext>
            </a:extLst>
          </p:cNvPr>
          <p:cNvSpPr txBox="1"/>
          <p:nvPr userDrawn="1"/>
        </p:nvSpPr>
        <p:spPr>
          <a:xfrm>
            <a:off x="10529596" y="6467840"/>
            <a:ext cx="1483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1C43A459-4626-2124-180B-282157DA33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25-Jul-25</a:t>
            </a:fld>
            <a:endParaRPr lang="en-US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386F145B-841B-1EA7-87E9-B007B9A54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785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2008231"/>
            <a:ext cx="11205713" cy="1855310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rgbClr val="0070C0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3863542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rgbClr val="0070C0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4C28A5F-55DF-474B-BB6F-9232AF06D3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5071" y="682679"/>
            <a:ext cx="1061859" cy="1062177"/>
          </a:xfrm>
          <a:prstGeom prst="rect">
            <a:avLst/>
          </a:prstGeom>
        </p:spPr>
      </p:pic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4924425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rgbClr val="00AFEF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4782423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F92E844-1828-0F51-3BFD-DF527D65BF8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0BC67-81A5-AC24-0BB4-9D1D3E835D94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AE1EA0-6222-87BA-38C9-866FE8F2830D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C606771-B50F-5EF5-AF4C-183C88EEC70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7A8AD8D-BBBE-FFAE-563D-62AF760A44A6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F63336F-2FD5-E8B2-B179-80665CF8D4BA}"/>
              </a:ext>
            </a:extLst>
          </p:cNvPr>
          <p:cNvSpPr txBox="1"/>
          <p:nvPr userDrawn="1"/>
        </p:nvSpPr>
        <p:spPr>
          <a:xfrm>
            <a:off x="10529591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8A62A7F-4A0D-8203-BB6A-E6AFE62BD36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649E161-4DC5-D15C-6DAE-AE38C664B5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25-Jul-25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CDD46289-EAED-BF63-CD78-95A65C49B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90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no logo">
    <p:bg>
      <p:bgPr>
        <a:solidFill>
          <a:srgbClr val="1F5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686872"/>
            <a:ext cx="11205713" cy="2200204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chemeClr val="bg1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2887077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3947960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3805958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9948C5E-76A7-F702-69DB-282464E77641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9456AD05-D0D5-B566-5464-905D6E126C9B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39BB277-D677-7122-583C-E2DA058F670A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3FE1A5C2-1028-7EF7-EC88-4F04EC7380D2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542C0C7-F574-E38A-4EB3-08F7967A55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85036" y="6478829"/>
            <a:ext cx="9326880" cy="11810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09D78DE-4DE3-2990-85E4-786FD52314B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A8D337-520D-D86F-59BE-49A69B9FFC6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27A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674FC1A-E55F-C03B-647D-62C9D227489C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AF77203-FB16-225E-E2AD-E6F5BFB29DF4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9832108-B491-0ED9-0209-DCDB4B879444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BE3B44A9-629A-9AFC-6A18-1288714D7213}"/>
              </a:ext>
            </a:extLst>
          </p:cNvPr>
          <p:cNvSpPr txBox="1"/>
          <p:nvPr userDrawn="1"/>
        </p:nvSpPr>
        <p:spPr>
          <a:xfrm>
            <a:off x="10529596" y="6467840"/>
            <a:ext cx="1483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8" name="Date Placeholder 3">
            <a:extLst>
              <a:ext uri="{FF2B5EF4-FFF2-40B4-BE49-F238E27FC236}">
                <a16:creationId xmlns:a16="http://schemas.microsoft.com/office/drawing/2014/main" id="{47E8952C-C96D-E1CF-68EF-C321F55822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25-Jul-25</a:t>
            </a:fld>
            <a:endParaRPr lang="en-US"/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43BEA4F-EC22-DCD8-2D07-6E96C6A77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657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hite P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1443567" y="1773238"/>
            <a:ext cx="10029565" cy="1655762"/>
          </a:xfrm>
        </p:spPr>
        <p:txBody>
          <a:bodyPr anchor="b" anchorCtr="0">
            <a:noAutofit/>
          </a:bodyPr>
          <a:lstStyle>
            <a:lvl1pPr algn="l">
              <a:defRPr sz="4000" b="1" baseline="0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1443566" y="3428999"/>
            <a:ext cx="10029565" cy="796491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3200" baseline="0">
                <a:solidFill>
                  <a:srgbClr val="00AFEF"/>
                </a:solidFill>
                <a:latin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466" y="2942152"/>
            <a:ext cx="292100" cy="2921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3CFF9A2-77A5-DDEE-8CD5-81FBB071FF69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E020D5-F981-3E97-FE5E-ADF3F5D5D67B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6F97B9-1D92-F527-C77C-03A8413842FA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461B76C-9BE8-353C-CE4F-D68CC621DEA4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BD53315-09D7-5756-C6C6-55FFDDCFE138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A79C1E-4CE5-9C79-D05A-E661FD9C1020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17A207F-A3E9-4918-9A39-6AFD5C75AE21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41CAD55-C718-D746-6C4B-AC27D7F9E3C4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652AF38-7C96-9660-E7DF-32022B50406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998B8E65-85EA-EDA7-0D26-FAB09CE576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25-Jul-25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6AC2544-66BB-6379-48DA-83F16247F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492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lue Background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1443567" y="1773238"/>
            <a:ext cx="10029565" cy="1655762"/>
          </a:xfrm>
        </p:spPr>
        <p:txBody>
          <a:bodyPr anchor="b" anchorCtr="0">
            <a:noAutofit/>
          </a:bodyPr>
          <a:lstStyle>
            <a:lvl1pPr algn="l">
              <a:defRPr sz="4000" b="1" baseline="0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443566" y="3428999"/>
            <a:ext cx="10029565" cy="796491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3200" baseline="0">
                <a:solidFill>
                  <a:schemeClr val="bg1"/>
                </a:solidFill>
                <a:latin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066" y="2914650"/>
            <a:ext cx="364657" cy="36465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0407ADE-1691-B221-3DBE-A0668F67DFAD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D34C1E1A-F6EE-479B-62C5-AAA2AF44D763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0CF4A6C1-BB6F-E2E1-2B44-FAD2A1B1382F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C836B12-C2E7-7458-8EEF-C0E54C0712FC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02B1A35-3625-44F2-B450-96259B3697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99612" y="6488270"/>
            <a:ext cx="9336024" cy="118110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E497A08-099F-1B3E-194B-4232B1D060A8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5BAB25-FCB5-FAAB-5765-8D4ACA9B2625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09F01B-7545-EE0B-CCDB-EA38604EB38F}"/>
              </a:ext>
            </a:extLst>
          </p:cNvPr>
          <p:cNvSpPr/>
          <p:nvPr userDrawn="1"/>
        </p:nvSpPr>
        <p:spPr>
          <a:xfrm>
            <a:off x="11577955" y="6548263"/>
            <a:ext cx="340536" cy="17037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B09E43-1817-D52E-1B93-2D03B69FBBF9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340A8E4-7C5F-7F57-1FD7-2B62EB3A0CAC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1401AA1-7975-3594-DC27-3B15A19D2BF9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86A1549-5E94-2A55-30E3-4C7A2D1E8077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698C5B0-03A7-5383-3EC8-3710BCD5581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EE419B5B-7A9D-F950-9502-52863B4171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25-Jul-25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04DAFEAD-AB29-262E-41C9-C3201759F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445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52005"/>
            <a:ext cx="10515600" cy="1325563"/>
          </a:xfrm>
        </p:spPr>
        <p:txBody>
          <a:bodyPr>
            <a:normAutofit/>
          </a:bodyPr>
          <a:lstStyle>
            <a:lvl1pPr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 algn="just">
              <a:lnSpc>
                <a:spcPct val="100000"/>
              </a:lnSpc>
              <a:spcBef>
                <a:spcPts val="1200"/>
              </a:spcBef>
              <a:buNone/>
              <a:defRPr sz="2400">
                <a:latin typeface="Readex Pro" pitchFamily="2" charset="-78"/>
                <a:cs typeface="Readex Pro" pitchFamily="2" charset="-78"/>
              </a:defRPr>
            </a:lvl1pPr>
            <a:lvl2pPr marL="457200" indent="0" algn="just">
              <a:lnSpc>
                <a:spcPct val="100000"/>
              </a:lnSpc>
              <a:buNone/>
              <a:defRPr sz="2400">
                <a:latin typeface="Readex Pro" pitchFamily="2" charset="-78"/>
                <a:cs typeface="Readex Pro" pitchFamily="2" charset="-78"/>
              </a:defRPr>
            </a:lvl2pPr>
            <a:lvl3pPr marL="914400" indent="0" algn="just">
              <a:lnSpc>
                <a:spcPct val="100000"/>
              </a:lnSpc>
              <a:buNone/>
              <a:defRPr sz="2000">
                <a:latin typeface="Readex Pro" pitchFamily="2" charset="-78"/>
                <a:cs typeface="Readex Pro" pitchFamily="2" charset="-78"/>
              </a:defRPr>
            </a:lvl3pPr>
            <a:lvl4pPr marL="13716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4pPr>
            <a:lvl5pPr marL="18288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DEB5E8B-9D80-CFB1-EDED-87ECE2CB2B8A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F6291E-292F-647B-E93F-CCF3BD97EF4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72A86A-A3D6-70DE-0206-BB773A444275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AF733AF-6C3E-C1DE-BF08-4108C35CB058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AB7700C-E55C-27FB-89BF-E9B044E9EC33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A9A2E08-C471-6D85-4D71-8B7583F204FA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08275F7-17A7-2357-D01F-B5A5E3884CF3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BC96F8B-987B-47C3-DC48-3B2EC5C98BF8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B7A3534-0713-475D-C6A5-307770CE20B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EB70784-4611-F5A4-7D58-DD378AF3F6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25-Jul-25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87628174-E628-DF34-7A10-83FDFC5D1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131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52005"/>
            <a:ext cx="10515600" cy="1325563"/>
          </a:xfrm>
        </p:spPr>
        <p:txBody>
          <a:bodyPr>
            <a:normAutofit/>
          </a:bodyPr>
          <a:lstStyle>
            <a:lvl1pPr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 algn="just">
              <a:lnSpc>
                <a:spcPct val="100000"/>
              </a:lnSpc>
              <a:spcBef>
                <a:spcPts val="1200"/>
              </a:spcBef>
              <a:buNone/>
              <a:defRPr sz="2400">
                <a:latin typeface="Readex Pro" pitchFamily="2" charset="-78"/>
                <a:cs typeface="Readex Pro" pitchFamily="2" charset="-78"/>
              </a:defRPr>
            </a:lvl1pPr>
            <a:lvl2pPr marL="457200" indent="0" algn="just">
              <a:lnSpc>
                <a:spcPct val="100000"/>
              </a:lnSpc>
              <a:buNone/>
              <a:defRPr sz="2400">
                <a:latin typeface="Readex Pro" pitchFamily="2" charset="-78"/>
                <a:cs typeface="Readex Pro" pitchFamily="2" charset="-78"/>
              </a:defRPr>
            </a:lvl2pPr>
            <a:lvl3pPr marL="914400" indent="0" algn="just">
              <a:lnSpc>
                <a:spcPct val="100000"/>
              </a:lnSpc>
              <a:buNone/>
              <a:defRPr sz="2000">
                <a:latin typeface="Readex Pro" pitchFamily="2" charset="-78"/>
                <a:cs typeface="Readex Pro" pitchFamily="2" charset="-78"/>
              </a:defRPr>
            </a:lvl3pPr>
            <a:lvl4pPr marL="13716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4pPr>
            <a:lvl5pPr marL="18288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6CEE1D6-0A80-8A7D-310B-2F6B434F47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C110D58-C7C9-AD78-555F-33E02058DAF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81B152-BF7B-A150-5A99-2B451EC38D47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759768-9879-1B7A-B5FA-0DCEFE74D519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3889155-4A4A-8DED-164F-8A56C00B8F97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5096035-4D5E-EF98-4374-6099861A66F4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8792706-2488-D26C-C54B-F6881C86D05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F36761B-1C8C-2A9C-97D2-FD722A844AE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BA4366D-2C0B-5E27-DC28-A877427191AD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538E5B-E5A0-69DD-94F0-C506BC4743B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709C7B13-13FD-9548-48BE-5821DF0AAE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25-Jul-25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2283063C-B225-E607-FC11-4C67B2273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589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- Placeholde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6B71F910-DD42-8802-386F-AA27E891E3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514350" y="1125114"/>
            <a:ext cx="446722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514348" y="2885650"/>
            <a:ext cx="4467229" cy="224454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 </a:t>
            </a:r>
            <a:endParaRPr lang="en-US" dirty="0"/>
          </a:p>
        </p:txBody>
      </p:sp>
      <p:sp>
        <p:nvSpPr>
          <p:cNvPr id="19" name="Content Placeholder 9"/>
          <p:cNvSpPr>
            <a:spLocks noGrp="1"/>
          </p:cNvSpPr>
          <p:nvPr userDrawn="1">
            <p:ph sz="quarter" idx="12" hasCustomPrompt="1"/>
          </p:nvPr>
        </p:nvSpPr>
        <p:spPr>
          <a:xfrm>
            <a:off x="5667375" y="1125114"/>
            <a:ext cx="5381626" cy="395287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E269295-E313-A799-7125-41D39E39DAF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4B895D-114D-C9C2-A547-220F39E95B3A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61B30F-7B6D-78FB-BD6E-E34AD607BE56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27F6DF5-10A9-DC42-E1E9-D1FA91D6BBF1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1959BFF-8A0A-B338-A74E-37D7F5CED4DF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AE9E1AD-2113-53D7-8783-10A60D932962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E1424EB-91CE-59BF-400F-9BCF3A182E62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299800F-88A1-1EF2-673A-E19EDD4D12A2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FA7C85-7A63-3F94-A6E0-51FBFB0A621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39E5B1EA-BE1C-22C4-8140-1FF7F085C8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25-Jul-25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3F5244F-399D-4048-0258-1C4D4345F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197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holder Left - Title Righ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036A66E2-7787-687B-3553-97FAF9109C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6737350" y="1332588"/>
            <a:ext cx="446722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6737348" y="3093124"/>
            <a:ext cx="4467229" cy="2192339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19" name="Content Placeholder 9"/>
          <p:cNvSpPr>
            <a:spLocks noGrp="1"/>
          </p:cNvSpPr>
          <p:nvPr userDrawn="1">
            <p:ph sz="quarter" idx="12" hasCustomPrompt="1"/>
          </p:nvPr>
        </p:nvSpPr>
        <p:spPr>
          <a:xfrm>
            <a:off x="624706" y="1332588"/>
            <a:ext cx="5381626" cy="395287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473B34E-C5A1-D7E2-C692-BFBE5EBD6AC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1CFE12-2689-2DB3-6CB8-E6D662CAE886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6B0CF2-5878-8045-7665-76673B4F71AB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6C447DE-39C2-0CF7-466F-6F936D0397D6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BB166D7-5532-DFCC-4719-A557C504B8F3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B618045-F14E-9F31-0FA0-0532F46BF465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AF28839-2BBD-09C4-84D8-C7BD82D44B55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CD9E80B-3CE1-773E-29BB-8B95E6D45434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CA3E05-765A-20DC-76C7-1BB18527C02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D2971456-C6D4-0F38-6B9E-1F35DDA6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25-Jul-25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3720CF9-36DD-EAE0-4DFF-B34E1D725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098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4787900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5626100" y="1109534"/>
            <a:ext cx="595947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26098" y="2870070"/>
            <a:ext cx="5959480" cy="2502381"/>
          </a:xfrm>
        </p:spPr>
        <p:txBody>
          <a:bodyPr anchor="t" anchorCtr="0">
            <a:noAutofit/>
          </a:bodyPr>
          <a:lstStyle>
            <a:lvl1pPr marL="0" indent="0" algn="just">
              <a:lnSpc>
                <a:spcPct val="100000"/>
              </a:lnSpc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4787899" y="0"/>
            <a:ext cx="116779" cy="6858000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5106" y="241300"/>
            <a:ext cx="292100" cy="2921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666FBEF-96D4-A728-F979-1B9E3C584618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E8E8DD-CE54-0055-2BF7-151D57DF8BD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72301E-8D74-6168-3E37-23F22C232E8A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F16EF-BF90-0E2D-8C37-9F7F65B32C5A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4C6974A-DD6E-7CB5-8FD4-600450267DC0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6196367-A723-A537-EB98-81ACB69748FB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466BEA6-14C4-AF23-E4A2-9D451D536F01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8362F22-F1FE-F284-D164-71325E2FE29A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52A85AC-B7B7-482A-12B3-980D59815FD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BF6D7656-F800-D94D-225F-EDD3105509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25-Jul-25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7D4C748E-C498-F3D1-FA1A-8DE0452D3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931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F9E864A0-20A2-BDEB-4706-A5E83DDFA4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2700000">
            <a:off x="781863" y="1310095"/>
            <a:ext cx="3916148" cy="3910374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5575300" y="769938"/>
            <a:ext cx="595947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575298" y="2530474"/>
            <a:ext cx="5959480" cy="3550350"/>
          </a:xfrm>
        </p:spPr>
        <p:txBody>
          <a:bodyPr anchor="t" anchorCtr="0">
            <a:noAutofit/>
          </a:bodyPr>
          <a:lstStyle>
            <a:lvl1pPr marL="0" indent="0" algn="just">
              <a:lnSpc>
                <a:spcPct val="100000"/>
              </a:lnSpc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8A90EEE0-CD8C-2ACB-25F9-50BB8997F9B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38976" y="127568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DDDAF3A5-8C80-403E-4204-D45A798228F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8976" y="3365543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1442A5B8-CFC4-5FD2-2AD5-A6E2BE31C3D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032811" y="1752381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8BE5A7E-5F20-6A38-5D19-14DA476864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776" y="2393663"/>
            <a:ext cx="1716960" cy="1717475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9D97C13-D91F-4682-B432-81FF1B14B495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84DFD5-27A7-C363-7007-2DC193A3EAFE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16999E-E9FF-973E-7101-9B1C41997646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66026A7-B4F0-EAA7-6E24-26FFBCA763F1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FF0E9D6-6802-7688-2B57-6C08D5DA59C9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E658449-E3D8-FD81-A0DE-693514AECD38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3B45509-564D-FF36-7D23-E19C5706B85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34F2291-6314-C1AD-04AC-4C2F36AFBCE5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D81222-A6F3-0F0F-54F8-3440A58FEE7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5F7985F-5BDC-B2DF-EE61-A86912B689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25-Jul-25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F3C7577-EE0C-2234-C1BF-DA9C643EE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413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 userDrawn="1"/>
        </p:nvGrpSpPr>
        <p:grpSpPr>
          <a:xfrm>
            <a:off x="170156" y="134614"/>
            <a:ext cx="3918888" cy="6192390"/>
            <a:chOff x="125766" y="134614"/>
            <a:chExt cx="3918888" cy="6192390"/>
          </a:xfrm>
        </p:grpSpPr>
        <p:sp>
          <p:nvSpPr>
            <p:cNvPr id="16" name="Rectangle 15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125766" y="134614"/>
              <a:ext cx="3918888" cy="54884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3332" y="2190750"/>
            <a:ext cx="3335867" cy="376152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3333" y="481807"/>
            <a:ext cx="3335866" cy="1570038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4210050" y="1233577"/>
            <a:ext cx="7685088" cy="4882552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565" y="285479"/>
            <a:ext cx="457200" cy="4572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55DA46C-D8B6-7CFC-66B8-7CB0661BDC50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20D40A-2E3B-C7A9-C896-AB297CD1D502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772D73-D33F-3CF1-F2EC-3AB49AB0A3E2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3B7BB71-C74C-F574-53FD-686AF1FFDDB1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2F3CACD-6A80-FFA4-A1A8-D43F712955F4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FAEB09F-CD5E-7ADC-1B2F-8965E3D71282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6F64E0D-6262-6968-C324-91B0C29DAE2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46ACF565-7282-52D8-2F87-9979EB7D22E4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5EB52C3-46A3-8597-EB48-A059B972B61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F417CD2D-3662-2AA5-03DA-B7DB71FD4D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25-Jul-25</a:t>
            </a:fld>
            <a:endParaRPr lang="en-US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176764BE-F724-71A0-BE05-2D8CD35F4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0626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To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152386" y="134613"/>
            <a:ext cx="11887228" cy="2275212"/>
            <a:chOff x="125766" y="134611"/>
            <a:chExt cx="3918888" cy="6192393"/>
          </a:xfrm>
        </p:grpSpPr>
        <p:sp>
          <p:nvSpPr>
            <p:cNvPr id="8" name="Rectangle 7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125766" y="134611"/>
              <a:ext cx="3918888" cy="124432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191250" y="465934"/>
            <a:ext cx="5229225" cy="1634339"/>
          </a:xfrm>
        </p:spPr>
        <p:txBody>
          <a:bodyPr wrap="square">
            <a:noAutofit/>
          </a:bodyPr>
          <a:lstStyle>
            <a:lvl1pPr marL="0" indent="0" algn="l">
              <a:lnSpc>
                <a:spcPct val="15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24705" y="3223632"/>
            <a:ext cx="4928369" cy="1420849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25089" y="438150"/>
            <a:ext cx="4927600" cy="2619375"/>
          </a:xfrm>
          <a:solidFill>
            <a:schemeClr val="bg1"/>
          </a:solidFill>
          <a:ln w="38100">
            <a:noFill/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624706" y="3062972"/>
            <a:ext cx="4927984" cy="88554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DE2B706-8307-6ED5-F877-389B0B2979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9466" y="2644402"/>
            <a:ext cx="3453753" cy="3402396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15" y="2177429"/>
            <a:ext cx="457200" cy="4572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5B4C324-3C81-EE05-863B-0BFD10068AD0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C62863-B89C-435F-F151-714E85DDC0DE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D858D0-591A-DB7C-B0CF-EC5885EF6AA5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1B9E2AA-8C7B-B434-371B-D07F8E42BC7D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E048CFE-B19B-7653-369A-1274DDC6A672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8B54DA6-059E-42E3-D2C2-7CC236D17F72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478C257-C905-714F-8D36-7C4FEA7B1012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171E3B6-9344-8EA5-ECCC-B4E2DB489CB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B4D2815-B553-E7E3-A420-642D631F850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43C1B86-79CD-A2B3-901F-0E811E86BC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25-Jul-25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01990695-EF78-6AB0-E960-0608F2EFC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2556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Bott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152386" y="3979538"/>
            <a:ext cx="11887228" cy="2275212"/>
            <a:chOff x="125766" y="134611"/>
            <a:chExt cx="3918888" cy="6192393"/>
          </a:xfrm>
        </p:grpSpPr>
        <p:sp>
          <p:nvSpPr>
            <p:cNvPr id="8" name="Rectangle 7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125766" y="134611"/>
              <a:ext cx="3918888" cy="124432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41485" y="4229011"/>
            <a:ext cx="5229225" cy="163433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69891" y="811935"/>
            <a:ext cx="5229225" cy="1420849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720704" y="2860675"/>
            <a:ext cx="4927600" cy="2619375"/>
          </a:xfrm>
          <a:solidFill>
            <a:schemeClr val="bg1"/>
          </a:solidFill>
          <a:ln w="38100">
            <a:noFill/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6720704" y="2772120"/>
            <a:ext cx="4928369" cy="88554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CD997C6-547B-2702-8F85-89942F1AB1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842" y="373388"/>
            <a:ext cx="3453753" cy="3402396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22467" y="3759764"/>
            <a:ext cx="457200" cy="4572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AF876A1-6B11-6FF8-2D84-015F96056B19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CA6408-9D66-09C4-41AB-00CC1729D300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0018DF-49AD-91F7-0DB0-C9BC1261979F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0C13370-E7EC-678E-BD5A-DB77AAE1330C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4E15444-C65B-BCB2-0C08-2D44E08572BC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52101A3-77ED-E52F-5EB8-690B6987CDF4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7794B63-DFC9-1FBB-688F-B4BDE18353AD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970B167-68C8-83AC-0439-E32E52CA290E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62CD55A-1C1C-F2FF-326E-E4EDF096096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2106D705-167D-4957-B052-389F58C3C7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25-Jul-25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4B50CB5C-9421-8092-B746-31E9C2FB3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4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Inform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580549"/>
            <a:ext cx="12192000" cy="107901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501972" y="3856819"/>
            <a:ext cx="7445428" cy="2304603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 i="0">
                <a:solidFill>
                  <a:srgbClr val="000000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Các thông tin cá nhân có liên quan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503437" y="2747660"/>
            <a:ext cx="7443963" cy="90440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Nhấn vào để chỉnh sửa tên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2584938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Ảnh bìa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64144" y="1144291"/>
            <a:ext cx="2601302" cy="260604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Avatar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3631224" y="3726827"/>
            <a:ext cx="1820007" cy="45719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10348756" y="4679980"/>
            <a:ext cx="1574800" cy="1589422"/>
          </a:xfrm>
        </p:spPr>
        <p:txBody>
          <a:bodyPr anchor="ctr" anchorCtr="1"/>
          <a:lstStyle>
            <a:lvl1pPr marL="0" indent="0">
              <a:buNone/>
              <a:defRPr baseline="0">
                <a:latin typeface="K2D" panose="00000500000000000000" pitchFamily="2" charset="-34"/>
              </a:defRPr>
            </a:lvl1pPr>
          </a:lstStyle>
          <a:p>
            <a:r>
              <a:rPr lang="en-US"/>
              <a:t>Mã QR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8399B61-C397-6E24-154B-55AEE91F31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319" y="3749686"/>
            <a:ext cx="2513362" cy="2475989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872" y="3047462"/>
            <a:ext cx="292100" cy="29210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78885C0-D685-8BA1-0334-F39B9B68D717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6DF714-887C-B1B4-0544-F3318FB93600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5B2670-DCDB-9912-43A9-DB6F7732594F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0719D13-9667-D80B-8E63-2EAE238785EC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D5820E4-D785-554F-4A26-439F94DC39CB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2173FE2-FAF0-8CC7-CB52-0A02CAB31B9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AC9A41C-6FE6-99FD-63A0-4F13214472F2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E355810-09A4-7711-CAE0-3B52F9B0F7A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CFD61F0-56D5-64BF-42C1-A40A09A1EC8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D9E8BE1-8359-B3EB-76B9-E21898BB11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25-Jul-25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8313AA7-7AE7-BBBB-D161-E7992A58C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504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93886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6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Tiêu đề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9" y="1919678"/>
            <a:ext cx="5046661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800" b="1" kern="1200" dirty="0" smtClean="0">
                <a:solidFill>
                  <a:srgbClr val="00AFEF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Tiêu đề phụ 1</a:t>
            </a:r>
            <a:endParaRPr lang="en-US" dirty="0"/>
          </a:p>
        </p:txBody>
      </p:sp>
      <p:sp>
        <p:nvSpPr>
          <p:cNvPr id="15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839788" y="3006726"/>
            <a:ext cx="5046662" cy="3109402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2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6308727" y="1919678"/>
            <a:ext cx="5046661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800" b="1" kern="1200" dirty="0" smtClean="0">
                <a:solidFill>
                  <a:srgbClr val="00AFEF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Tiêu đề phụ 2</a:t>
            </a:r>
            <a:endParaRPr lang="en-US" dirty="0"/>
          </a:p>
        </p:txBody>
      </p:sp>
      <p:sp>
        <p:nvSpPr>
          <p:cNvPr id="23" name="Content Placeholder 9"/>
          <p:cNvSpPr>
            <a:spLocks noGrp="1"/>
          </p:cNvSpPr>
          <p:nvPr>
            <p:ph sz="quarter" idx="14" hasCustomPrompt="1"/>
          </p:nvPr>
        </p:nvSpPr>
        <p:spPr>
          <a:xfrm>
            <a:off x="6308726" y="3006726"/>
            <a:ext cx="5046662" cy="3109402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88507"/>
            <a:ext cx="292100" cy="29210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A9BD5AE-860A-11DA-EDCF-22268C7C9A86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650682-E7A5-4FC0-F3BE-BB9A232438AB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9D63CC-5B2D-403A-2D8D-77E5D2B61085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E5D36C9-D247-9D20-3BF2-F3349DFE29EF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3E65D7-4824-ED09-532B-9FC7698CEF88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D6AB20A-6E3F-4D3A-66A0-FB26AD4A104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4847801-603B-FBC5-F985-AE9459E3CD4E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8F14B01-E23B-BFC7-B317-7E21D60D518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B56432E-6829-4DE3-60A2-6B8BBDC6B4B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187C7D7A-D6B4-F348-B4E4-CA33AB53AD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25-Jul-25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19648BD2-EBDF-9F5F-296A-DFCA3F0BF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61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741487" y="465301"/>
            <a:ext cx="36576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b="0" i="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  <a:endParaRPr lang="en-US" dirty="0"/>
          </a:p>
        </p:txBody>
      </p:sp>
      <p:sp>
        <p:nvSpPr>
          <p:cNvPr id="17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4678998" y="465301"/>
            <a:ext cx="3571623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18" name="Picture Placeholder 5"/>
          <p:cNvSpPr>
            <a:spLocks noGrp="1"/>
          </p:cNvSpPr>
          <p:nvPr>
            <p:ph type="pic" sz="quarter" idx="15" hasCustomPrompt="1"/>
          </p:nvPr>
        </p:nvSpPr>
        <p:spPr>
          <a:xfrm>
            <a:off x="8530533" y="474155"/>
            <a:ext cx="27432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20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7484734" y="3450874"/>
            <a:ext cx="3788999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16" hasCustomPrompt="1"/>
          </p:nvPr>
        </p:nvSpPr>
        <p:spPr>
          <a:xfrm>
            <a:off x="741485" y="3450874"/>
            <a:ext cx="64770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31D2F5E-B4B4-4F13-5B40-6B34D4077BF7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28C786-22D7-B802-E1CD-F76CACF14CCC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47DAB2-9527-687A-8677-8F0D90CD7841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0F80466-9EFF-A73A-B6DE-D269BCE066A2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3337E1-C74F-3AB9-3062-C33D866163BD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812D348-DF45-A829-E72D-196DEC172D7E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A8F8196-C024-0B7C-46F7-739B24E5DBF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A860906-4DB7-35A0-12A0-880FE34D0611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D6CDF9-3E97-FB61-7CE7-3D09FA86D7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6218C02C-39DB-9A5F-95CB-0C3CAB0832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25-Jul-25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14506B3F-1DF2-A2B1-B917-52BD9BA9F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976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/>
          <p:cNvCxnSpPr/>
          <p:nvPr userDrawn="1"/>
        </p:nvCxnSpPr>
        <p:spPr>
          <a:xfrm>
            <a:off x="6096000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897765" y="1162050"/>
            <a:ext cx="4697377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4" hasCustomPrompt="1"/>
          </p:nvPr>
        </p:nvSpPr>
        <p:spPr>
          <a:xfrm>
            <a:off x="6597297" y="1162050"/>
            <a:ext cx="4697377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6" hasCustomPrompt="1"/>
          </p:nvPr>
        </p:nvSpPr>
        <p:spPr>
          <a:xfrm>
            <a:off x="898361" y="3302000"/>
            <a:ext cx="469574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6597892" y="3302000"/>
            <a:ext cx="469574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 flipH="1" flipV="1">
            <a:off x="898257" y="3126125"/>
            <a:ext cx="4692825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6" name="Rectangle 25"/>
          <p:cNvSpPr/>
          <p:nvPr userDrawn="1"/>
        </p:nvSpPr>
        <p:spPr>
          <a:xfrm flipH="1" flipV="1">
            <a:off x="6597788" y="3126125"/>
            <a:ext cx="4692825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27B2114-05AD-5B46-042A-74C2E1E114D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12D61D-E589-A35B-EEF9-9C42ABC10525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A589A6-0D91-BA6C-6308-33240D74B749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A0B255F-3EA0-6316-1814-EA69B3A1C949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99C3888-223C-A47F-802D-E01AE0261584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AAFDAA6-E7FA-2A32-DFA6-F90442ED860C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4DC1B11-CA57-3325-DD06-C67EE58D7FC7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8C3C485-7E6C-D1B8-B245-95DB0F954A97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B1F8E9-DA5B-DA41-D6FB-62DFDED23A3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1B773FC-C6DB-8895-F8FB-AC357B5F1F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25-Jul-25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ED3E9AD-AE54-8D77-117E-98F95DCE6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3422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329375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000" baseline="0">
                <a:latin typeface="Readex Pro" pitchFamily="2" charset="-78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038600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 userDrawn="1"/>
        </p:nvCxnSpPr>
        <p:spPr>
          <a:xfrm>
            <a:off x="8086459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4378402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4" hasCustomPrompt="1"/>
          </p:nvPr>
        </p:nvSpPr>
        <p:spPr>
          <a:xfrm>
            <a:off x="8426261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5" hasCustomPrompt="1"/>
          </p:nvPr>
        </p:nvSpPr>
        <p:spPr>
          <a:xfrm>
            <a:off x="329912" y="3302000"/>
            <a:ext cx="3367088" cy="26130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lnSpc>
                <a:spcPct val="100000"/>
              </a:lnSpc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6" hasCustomPrompt="1"/>
          </p:nvPr>
        </p:nvSpPr>
        <p:spPr>
          <a:xfrm>
            <a:off x="4378402" y="3302000"/>
            <a:ext cx="336708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8426260" y="3302000"/>
            <a:ext cx="336708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4" name="Rectangle 23"/>
          <p:cNvSpPr/>
          <p:nvPr userDrawn="1"/>
        </p:nvSpPr>
        <p:spPr>
          <a:xfrm flipH="1" flipV="1">
            <a:off x="329374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5" name="Rectangle 24"/>
          <p:cNvSpPr/>
          <p:nvPr userDrawn="1"/>
        </p:nvSpPr>
        <p:spPr>
          <a:xfrm flipH="1" flipV="1">
            <a:off x="4377232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6" name="Rectangle 25"/>
          <p:cNvSpPr/>
          <p:nvPr userDrawn="1"/>
        </p:nvSpPr>
        <p:spPr>
          <a:xfrm flipH="1" flipV="1">
            <a:off x="8425090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A85175A-A5CA-FDCD-9D1E-D1E3A5C08616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72AE3C-B845-C37F-3FA3-517EBBCCD80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3C2B34-BC37-24CD-CCCC-86C84255F60D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A51EC-EB1C-A2F5-191D-39EC3871D7F2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D16B55C-8A59-6B1B-682C-62AA2B73A476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FC2AAA9-0C7E-3269-988C-8B585C6196AD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92758D9-75FB-A297-C9B0-0046880A091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A0FD0A9-AA5C-7D0D-4E1D-5CCB189D948D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C2D20B6-C339-D112-86D5-A51948B07F5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6D1D37C2-EC33-4641-5CD8-DBFCCC5A5A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25-Jul-25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F9D2D5D-F42C-AD89-38B2-8E5862B86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9908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9"/>
          <p:cNvSpPr>
            <a:spLocks noGrp="1"/>
          </p:cNvSpPr>
          <p:nvPr>
            <p:ph sz="quarter" idx="12" hasCustomPrompt="1"/>
          </p:nvPr>
        </p:nvSpPr>
        <p:spPr>
          <a:xfrm rot="5400000">
            <a:off x="4113213" y="-1449386"/>
            <a:ext cx="3965573" cy="1051560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93886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Tiêu đề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88507"/>
            <a:ext cx="292100" cy="2921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043EC71-5B9E-C0BC-1876-C8F7F39BC547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4374B3-12AF-4FD8-DEB7-27010168D059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BA7498-F3BC-86B3-1A69-799334B6D0C9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DC85D92-154D-811A-7CED-746E05BC9938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1FF18A3-B64B-560A-0E4C-FAE23671DD1B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0087580-3DBD-8257-F1D1-7914462F84CA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3924CB2-D38F-D098-BA0D-F7AF3FD0DAE6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1944464-246D-1746-8383-CA6C986DD6CD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6B468E-C03F-EA5D-3562-3CF0D836AD6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EDB08078-B43B-9900-A614-EDD1B700D3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25-Jul-25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53B98CF-4D09-7334-F10E-AC2949398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515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 lang="en-US" sz="3200" b="1" kern="1200" smtClean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3" name="Content Placeholder 9"/>
          <p:cNvSpPr>
            <a:spLocks noGrp="1"/>
          </p:cNvSpPr>
          <p:nvPr>
            <p:ph sz="quarter" idx="12" hasCustomPrompt="1"/>
          </p:nvPr>
        </p:nvSpPr>
        <p:spPr>
          <a:xfrm rot="5400000">
            <a:off x="1875631" y="-672303"/>
            <a:ext cx="5811837" cy="788670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1981" y="51983"/>
            <a:ext cx="292100" cy="2921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E9D4A31-78FB-C50E-E557-1D6A2AB1B39D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E77047-2D78-10EA-8B2B-464D363FDA7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B0BADC-EE2D-7AA3-FE84-68EB6BD21ECE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3A035-1495-F2B0-9581-76B6F74E68ED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EFB4826-5D0F-51B0-8FB3-AF794F93FD9F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4DA189B-1ADB-AEB4-5954-98C27419F04D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BD18312-4501-E052-78A4-D56485FF5E53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BFB8709-60EF-0C2D-7AE6-97383C28A99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513177-236E-9D57-556A-25BA2A08A56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AAB60C45-18AD-EA2E-F8C7-09BC10A7EB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25-Jul-25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06116A22-46CD-EA17-0317-B3A75C355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897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25583"/>
            <a:ext cx="10515600" cy="978408"/>
          </a:xfrm>
        </p:spPr>
        <p:txBody>
          <a:bodyPr/>
          <a:lstStyle>
            <a:lvl1pPr>
              <a:defRPr lang="en-US" sz="3200" b="1" kern="1200" baseline="0" smtClean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F628E4E-7D92-2696-C967-238AE8D192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CD306E5-CFB4-AF8E-362E-7264A2EE8FC3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E40D7E-4410-6230-80DF-9F48DDD5A2AE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71A584-94A8-DB0F-72C3-58733380A872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63D15-A7C4-C136-3C34-D85D43DF91DC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CA5ACA2-579F-CD83-86DA-E253A52172C6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C5BCA61-C1DF-F935-9A58-6E188F2CB055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68E80D1-1F87-F099-C499-A6D08F0D1B73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7DD4F89-FFA6-2586-6CFF-BAD9CA9BBED0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4ADDEC2-86AA-36BA-1460-FC4BE106E1D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0BAA20-270C-6BB8-126D-274EA4BC32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25-Jul-25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E3DB167-B4F8-7DE2-3FE9-16BA7DFC4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59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B977A98-B16D-37D0-150B-AA6EC7793A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0AAABEF-0466-E8D9-7159-4498725EB239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5B4BC4-A4A2-B7AE-36B8-5F8601CBD240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3324B4-3F68-C3A0-CCD5-76223DA44378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CAF8661-5038-9FE1-BBA8-946867DADAB0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C383C5A-EDBD-9F53-185B-2E7B394F3459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FA2C68B-0393-7A63-49AA-3FFE7FE14C79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0CA16E1-AF2D-D0AA-1F01-070BA884ACD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BCC7B34-3035-0952-6B45-935B76D988E3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A7B063C-9DEE-224B-8FD3-B578122F701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AA004C0A-B376-851D-1C1F-61573C0B97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25-Jul-25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AD28DB7B-FFF4-7151-C18D-3C7D5D9D8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3690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Blue 1">
    <p:bg>
      <p:bgPr>
        <a:solidFill>
          <a:srgbClr val="1F5C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FF29CC0-A8E3-7B26-83F7-23FD30C83B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CA7CBBB-5BEC-4156-BB0B-762A1656305F}"/>
              </a:ext>
            </a:extLst>
          </p:cNvPr>
          <p:cNvSpPr/>
          <p:nvPr userDrawn="1"/>
        </p:nvSpPr>
        <p:spPr>
          <a:xfrm>
            <a:off x="135235" y="6474525"/>
            <a:ext cx="544432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4E0175B-DA75-48B5-9D9D-69732B703EF5}"/>
              </a:ext>
            </a:extLst>
          </p:cNvPr>
          <p:cNvGrpSpPr/>
          <p:nvPr userDrawn="1"/>
        </p:nvGrpSpPr>
        <p:grpSpPr>
          <a:xfrm>
            <a:off x="205437" y="6454898"/>
            <a:ext cx="544432" cy="365125"/>
            <a:chOff x="119712" y="6454898"/>
            <a:chExt cx="544432" cy="36512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FADB430-7D50-4978-89C8-6C6EBBB3035E}"/>
                </a:ext>
              </a:extLst>
            </p:cNvPr>
            <p:cNvSpPr/>
            <p:nvPr userDrawn="1"/>
          </p:nvSpPr>
          <p:spPr>
            <a:xfrm>
              <a:off x="119712" y="6488235"/>
              <a:ext cx="544432" cy="298450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Slide Number Placeholder 5">
              <a:extLst>
                <a:ext uri="{FF2B5EF4-FFF2-40B4-BE49-F238E27FC236}">
                  <a16:creationId xmlns:a16="http://schemas.microsoft.com/office/drawing/2014/main" id="{7688F936-0D30-441F-BBA9-66AE32197B6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59150" y="6454898"/>
              <a:ext cx="465556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bg1"/>
                  </a:solidFill>
                  <a:latin typeface="Barlow" panose="00000500000000000000" pitchFamily="2" charset="0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3E7A8FBE-F383-41C2-9A02-D1D86CE96726}" type="slidenum">
                <a:rPr lang="en-US" smtClean="0">
                  <a:latin typeface="K2D" panose="00000500000000000000" pitchFamily="2" charset="-34"/>
                </a:rPr>
                <a:pPr/>
                <a:t>‹#›</a:t>
              </a:fld>
              <a:endParaRPr lang="en-US">
                <a:latin typeface="K2D" panose="00000500000000000000" pitchFamily="2" charset="-34"/>
              </a:endParaRPr>
            </a:p>
          </p:txBody>
        </p:sp>
      </p:grp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4F36C960-0DDB-40F7-96C6-0E5E092E47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548263"/>
            <a:ext cx="2743200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25-Jul-25</a:t>
            </a:fld>
            <a:endParaRPr lang="en-US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EB56B231-F846-4811-B632-4AB4BAA98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250632-77FB-405A-BBE8-9981579CE7EF}"/>
              </a:ext>
            </a:extLst>
          </p:cNvPr>
          <p:cNvSpPr txBox="1"/>
          <p:nvPr/>
        </p:nvSpPr>
        <p:spPr>
          <a:xfrm>
            <a:off x="817685" y="6410864"/>
            <a:ext cx="27604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baseline="0">
                <a:solidFill>
                  <a:schemeClr val="bg1"/>
                </a:solidFill>
                <a:latin typeface="K2D" panose="00000500000000000000" pitchFamily="2" charset="-34"/>
              </a:rPr>
              <a:t>ĐẠI HỌC CẦN THƠ</a:t>
            </a:r>
            <a:endParaRPr lang="en-US" sz="1400" b="1">
              <a:solidFill>
                <a:schemeClr val="bg1"/>
              </a:solidFill>
              <a:latin typeface="K2D" panose="00000500000000000000" pitchFamily="2" charset="-3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F06559-0D08-475B-BB2B-C2AD79E1EA9A}"/>
              </a:ext>
            </a:extLst>
          </p:cNvPr>
          <p:cNvSpPr txBox="1"/>
          <p:nvPr userDrawn="1"/>
        </p:nvSpPr>
        <p:spPr>
          <a:xfrm>
            <a:off x="10536385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A2DBFB6-FB51-4349-AD79-DB5E3B289A6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602785" y="6488354"/>
            <a:ext cx="9336024" cy="11821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3741078-A544-42D3-8CE7-5F2F115BABE0}"/>
              </a:ext>
            </a:extLst>
          </p:cNvPr>
          <p:cNvSpPr txBox="1"/>
          <p:nvPr userDrawn="1"/>
        </p:nvSpPr>
        <p:spPr>
          <a:xfrm>
            <a:off x="817685" y="6599210"/>
            <a:ext cx="19222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rPr>
              <a:t>Cộng đồng – Toàn diện – Ưu việt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eadex Pro" pitchFamily="2" charset="-78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9C7F682-0100-EB65-9EF7-68F4E1527F64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B12206D-0D33-F7BF-D5C3-71176B0C507A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958F7DE-9367-1A7B-0471-C642F47C03A3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FF2EDA6-9276-E821-1BDA-7B118853E64D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546084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Blue 2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A39DEC0-0415-D667-18C3-EEA5AEBABE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74BF315-D1FC-6421-060B-3FFD387F1B1D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2D3478F-4D6B-F3FC-93EE-781955B168ED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30E6027-7A58-80A0-C4DE-BD292242A19B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C39217D-11B2-EC58-7DB9-670BADCEC0E6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669E2A5B-C398-3A54-39BB-1A10AD77A4C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99612" y="6488270"/>
            <a:ext cx="9336024" cy="118110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40C400F-3AEE-5C28-4A10-78CBA14078B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A79BBA-69C1-570D-F28E-9BB9C6ACBEC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C30C32-8749-8F9D-AFB9-200DC55D9965}"/>
              </a:ext>
            </a:extLst>
          </p:cNvPr>
          <p:cNvSpPr/>
          <p:nvPr userDrawn="1"/>
        </p:nvSpPr>
        <p:spPr>
          <a:xfrm>
            <a:off x="11577955" y="6548263"/>
            <a:ext cx="340536" cy="17037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36664E3-F587-5BFA-8277-C0DDF1B0FB4D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F36890-856E-2F7B-8E55-A33B790D7C18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3B2CBB7-80CC-0503-06CA-B293272E754B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E49DC9B-DB28-1334-ACD6-A7837974CC5D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2896B089-ECA6-A22E-B1B3-DEA30DA3A29D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3CA8C4BA-A884-9E59-FFE3-0B919D005D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25-Jul-25</a:t>
            </a:fld>
            <a:endParaRPr lang="en-US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79B8DE1D-7394-99A3-7495-C14CDDA1E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1727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boo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9Slide.vn 1">
            <a:extLst>
              <a:ext uri="{FF2B5EF4-FFF2-40B4-BE49-F238E27FC236}">
                <a16:creationId xmlns:a16="http://schemas.microsoft.com/office/drawing/2014/main" id="{2946107B-86B5-4108-B9D9-FBE88B6AF6A9}"/>
              </a:ext>
            </a:extLst>
          </p:cNvPr>
          <p:cNvGrpSpPr/>
          <p:nvPr userDrawn="1"/>
        </p:nvGrpSpPr>
        <p:grpSpPr>
          <a:xfrm>
            <a:off x="2262706" y="1080007"/>
            <a:ext cx="7666588" cy="4425443"/>
            <a:chOff x="2738438" y="30163"/>
            <a:chExt cx="11828463" cy="6827838"/>
          </a:xfrm>
        </p:grpSpPr>
        <p:sp>
          <p:nvSpPr>
            <p:cNvPr id="17" name="9Slide.vn 2">
              <a:extLst>
                <a:ext uri="{FF2B5EF4-FFF2-40B4-BE49-F238E27FC236}">
                  <a16:creationId xmlns:a16="http://schemas.microsoft.com/office/drawing/2014/main" id="{4C6E1B3E-70F8-4E17-8666-2C90A7910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113" y="30163"/>
              <a:ext cx="9663113" cy="6823075"/>
            </a:xfrm>
            <a:custGeom>
              <a:avLst/>
              <a:gdLst>
                <a:gd name="T0" fmla="*/ 201 w 6087"/>
                <a:gd name="T1" fmla="*/ 4298 h 4298"/>
                <a:gd name="T2" fmla="*/ 181 w 6087"/>
                <a:gd name="T3" fmla="*/ 4298 h 4298"/>
                <a:gd name="T4" fmla="*/ 141 w 6087"/>
                <a:gd name="T5" fmla="*/ 4289 h 4298"/>
                <a:gd name="T6" fmla="*/ 106 w 6087"/>
                <a:gd name="T7" fmla="*/ 4274 h 4298"/>
                <a:gd name="T8" fmla="*/ 74 w 6087"/>
                <a:gd name="T9" fmla="*/ 4252 h 4298"/>
                <a:gd name="T10" fmla="*/ 47 w 6087"/>
                <a:gd name="T11" fmla="*/ 4225 h 4298"/>
                <a:gd name="T12" fmla="*/ 25 w 6087"/>
                <a:gd name="T13" fmla="*/ 4193 h 4298"/>
                <a:gd name="T14" fmla="*/ 10 w 6087"/>
                <a:gd name="T15" fmla="*/ 4158 h 4298"/>
                <a:gd name="T16" fmla="*/ 1 w 6087"/>
                <a:gd name="T17" fmla="*/ 4118 h 4298"/>
                <a:gd name="T18" fmla="*/ 0 w 6087"/>
                <a:gd name="T19" fmla="*/ 201 h 4298"/>
                <a:gd name="T20" fmla="*/ 1 w 6087"/>
                <a:gd name="T21" fmla="*/ 181 h 4298"/>
                <a:gd name="T22" fmla="*/ 10 w 6087"/>
                <a:gd name="T23" fmla="*/ 141 h 4298"/>
                <a:gd name="T24" fmla="*/ 25 w 6087"/>
                <a:gd name="T25" fmla="*/ 105 h 4298"/>
                <a:gd name="T26" fmla="*/ 47 w 6087"/>
                <a:gd name="T27" fmla="*/ 74 h 4298"/>
                <a:gd name="T28" fmla="*/ 74 w 6087"/>
                <a:gd name="T29" fmla="*/ 47 h 4298"/>
                <a:gd name="T30" fmla="*/ 106 w 6087"/>
                <a:gd name="T31" fmla="*/ 25 h 4298"/>
                <a:gd name="T32" fmla="*/ 141 w 6087"/>
                <a:gd name="T33" fmla="*/ 10 h 4298"/>
                <a:gd name="T34" fmla="*/ 181 w 6087"/>
                <a:gd name="T35" fmla="*/ 1 h 4298"/>
                <a:gd name="T36" fmla="*/ 5887 w 6087"/>
                <a:gd name="T37" fmla="*/ 0 h 4298"/>
                <a:gd name="T38" fmla="*/ 5907 w 6087"/>
                <a:gd name="T39" fmla="*/ 1 h 4298"/>
                <a:gd name="T40" fmla="*/ 5946 w 6087"/>
                <a:gd name="T41" fmla="*/ 10 h 4298"/>
                <a:gd name="T42" fmla="*/ 5983 w 6087"/>
                <a:gd name="T43" fmla="*/ 25 h 4298"/>
                <a:gd name="T44" fmla="*/ 6015 w 6087"/>
                <a:gd name="T45" fmla="*/ 47 h 4298"/>
                <a:gd name="T46" fmla="*/ 6042 w 6087"/>
                <a:gd name="T47" fmla="*/ 74 h 4298"/>
                <a:gd name="T48" fmla="*/ 6064 w 6087"/>
                <a:gd name="T49" fmla="*/ 105 h 4298"/>
                <a:gd name="T50" fmla="*/ 6079 w 6087"/>
                <a:gd name="T51" fmla="*/ 141 h 4298"/>
                <a:gd name="T52" fmla="*/ 6087 w 6087"/>
                <a:gd name="T53" fmla="*/ 181 h 4298"/>
                <a:gd name="T54" fmla="*/ 6087 w 6087"/>
                <a:gd name="T55" fmla="*/ 4097 h 4298"/>
                <a:gd name="T56" fmla="*/ 6087 w 6087"/>
                <a:gd name="T57" fmla="*/ 4118 h 4298"/>
                <a:gd name="T58" fmla="*/ 6079 w 6087"/>
                <a:gd name="T59" fmla="*/ 4158 h 4298"/>
                <a:gd name="T60" fmla="*/ 6064 w 6087"/>
                <a:gd name="T61" fmla="*/ 4193 h 4298"/>
                <a:gd name="T62" fmla="*/ 6042 w 6087"/>
                <a:gd name="T63" fmla="*/ 4225 h 4298"/>
                <a:gd name="T64" fmla="*/ 6015 w 6087"/>
                <a:gd name="T65" fmla="*/ 4252 h 4298"/>
                <a:gd name="T66" fmla="*/ 5983 w 6087"/>
                <a:gd name="T67" fmla="*/ 4274 h 4298"/>
                <a:gd name="T68" fmla="*/ 5946 w 6087"/>
                <a:gd name="T69" fmla="*/ 4289 h 4298"/>
                <a:gd name="T70" fmla="*/ 5907 w 6087"/>
                <a:gd name="T71" fmla="*/ 4298 h 4298"/>
                <a:gd name="T72" fmla="*/ 5887 w 6087"/>
                <a:gd name="T73" fmla="*/ 4298 h 4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87" h="4298">
                  <a:moveTo>
                    <a:pt x="5887" y="4298"/>
                  </a:moveTo>
                  <a:lnTo>
                    <a:pt x="201" y="4298"/>
                  </a:lnTo>
                  <a:lnTo>
                    <a:pt x="201" y="4298"/>
                  </a:lnTo>
                  <a:lnTo>
                    <a:pt x="181" y="4298"/>
                  </a:lnTo>
                  <a:lnTo>
                    <a:pt x="161" y="4294"/>
                  </a:lnTo>
                  <a:lnTo>
                    <a:pt x="141" y="4289"/>
                  </a:lnTo>
                  <a:lnTo>
                    <a:pt x="122" y="4282"/>
                  </a:lnTo>
                  <a:lnTo>
                    <a:pt x="106" y="4274"/>
                  </a:lnTo>
                  <a:lnTo>
                    <a:pt x="89" y="4264"/>
                  </a:lnTo>
                  <a:lnTo>
                    <a:pt x="74" y="4252"/>
                  </a:lnTo>
                  <a:lnTo>
                    <a:pt x="58" y="4239"/>
                  </a:lnTo>
                  <a:lnTo>
                    <a:pt x="47" y="4225"/>
                  </a:lnTo>
                  <a:lnTo>
                    <a:pt x="35" y="4210"/>
                  </a:lnTo>
                  <a:lnTo>
                    <a:pt x="25" y="4193"/>
                  </a:lnTo>
                  <a:lnTo>
                    <a:pt x="16" y="4177"/>
                  </a:lnTo>
                  <a:lnTo>
                    <a:pt x="10" y="4158"/>
                  </a:lnTo>
                  <a:lnTo>
                    <a:pt x="5" y="4138"/>
                  </a:lnTo>
                  <a:lnTo>
                    <a:pt x="1" y="4118"/>
                  </a:lnTo>
                  <a:lnTo>
                    <a:pt x="0" y="4097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1" y="181"/>
                  </a:lnTo>
                  <a:lnTo>
                    <a:pt x="5" y="161"/>
                  </a:lnTo>
                  <a:lnTo>
                    <a:pt x="10" y="141"/>
                  </a:lnTo>
                  <a:lnTo>
                    <a:pt x="16" y="122"/>
                  </a:lnTo>
                  <a:lnTo>
                    <a:pt x="25" y="105"/>
                  </a:lnTo>
                  <a:lnTo>
                    <a:pt x="35" y="89"/>
                  </a:lnTo>
                  <a:lnTo>
                    <a:pt x="47" y="74"/>
                  </a:lnTo>
                  <a:lnTo>
                    <a:pt x="58" y="58"/>
                  </a:lnTo>
                  <a:lnTo>
                    <a:pt x="74" y="47"/>
                  </a:lnTo>
                  <a:lnTo>
                    <a:pt x="89" y="35"/>
                  </a:lnTo>
                  <a:lnTo>
                    <a:pt x="106" y="25"/>
                  </a:lnTo>
                  <a:lnTo>
                    <a:pt x="122" y="16"/>
                  </a:lnTo>
                  <a:lnTo>
                    <a:pt x="141" y="10"/>
                  </a:lnTo>
                  <a:lnTo>
                    <a:pt x="161" y="5"/>
                  </a:lnTo>
                  <a:lnTo>
                    <a:pt x="181" y="1"/>
                  </a:lnTo>
                  <a:lnTo>
                    <a:pt x="201" y="0"/>
                  </a:lnTo>
                  <a:lnTo>
                    <a:pt x="5887" y="0"/>
                  </a:lnTo>
                  <a:lnTo>
                    <a:pt x="5887" y="0"/>
                  </a:lnTo>
                  <a:lnTo>
                    <a:pt x="5907" y="1"/>
                  </a:lnTo>
                  <a:lnTo>
                    <a:pt x="5927" y="5"/>
                  </a:lnTo>
                  <a:lnTo>
                    <a:pt x="5946" y="10"/>
                  </a:lnTo>
                  <a:lnTo>
                    <a:pt x="5964" y="16"/>
                  </a:lnTo>
                  <a:lnTo>
                    <a:pt x="5983" y="25"/>
                  </a:lnTo>
                  <a:lnTo>
                    <a:pt x="6000" y="35"/>
                  </a:lnTo>
                  <a:lnTo>
                    <a:pt x="6015" y="47"/>
                  </a:lnTo>
                  <a:lnTo>
                    <a:pt x="6028" y="58"/>
                  </a:lnTo>
                  <a:lnTo>
                    <a:pt x="6042" y="74"/>
                  </a:lnTo>
                  <a:lnTo>
                    <a:pt x="6054" y="89"/>
                  </a:lnTo>
                  <a:lnTo>
                    <a:pt x="6064" y="105"/>
                  </a:lnTo>
                  <a:lnTo>
                    <a:pt x="6072" y="122"/>
                  </a:lnTo>
                  <a:lnTo>
                    <a:pt x="6079" y="141"/>
                  </a:lnTo>
                  <a:lnTo>
                    <a:pt x="6084" y="161"/>
                  </a:lnTo>
                  <a:lnTo>
                    <a:pt x="6087" y="181"/>
                  </a:lnTo>
                  <a:lnTo>
                    <a:pt x="6087" y="201"/>
                  </a:lnTo>
                  <a:lnTo>
                    <a:pt x="6087" y="4097"/>
                  </a:lnTo>
                  <a:lnTo>
                    <a:pt x="6087" y="4097"/>
                  </a:lnTo>
                  <a:lnTo>
                    <a:pt x="6087" y="4118"/>
                  </a:lnTo>
                  <a:lnTo>
                    <a:pt x="6084" y="4138"/>
                  </a:lnTo>
                  <a:lnTo>
                    <a:pt x="6079" y="4158"/>
                  </a:lnTo>
                  <a:lnTo>
                    <a:pt x="6072" y="4177"/>
                  </a:lnTo>
                  <a:lnTo>
                    <a:pt x="6064" y="4193"/>
                  </a:lnTo>
                  <a:lnTo>
                    <a:pt x="6054" y="4210"/>
                  </a:lnTo>
                  <a:lnTo>
                    <a:pt x="6042" y="4225"/>
                  </a:lnTo>
                  <a:lnTo>
                    <a:pt x="6028" y="4239"/>
                  </a:lnTo>
                  <a:lnTo>
                    <a:pt x="6015" y="4252"/>
                  </a:lnTo>
                  <a:lnTo>
                    <a:pt x="6000" y="4264"/>
                  </a:lnTo>
                  <a:lnTo>
                    <a:pt x="5983" y="4274"/>
                  </a:lnTo>
                  <a:lnTo>
                    <a:pt x="5964" y="4282"/>
                  </a:lnTo>
                  <a:lnTo>
                    <a:pt x="5946" y="4289"/>
                  </a:lnTo>
                  <a:lnTo>
                    <a:pt x="5927" y="4294"/>
                  </a:lnTo>
                  <a:lnTo>
                    <a:pt x="5907" y="4298"/>
                  </a:lnTo>
                  <a:lnTo>
                    <a:pt x="5887" y="4298"/>
                  </a:lnTo>
                  <a:lnTo>
                    <a:pt x="5887" y="42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0B2B4"/>
                </a:gs>
                <a:gs pos="100000">
                  <a:srgbClr val="DFE0E1"/>
                </a:gs>
              </a:gsLst>
              <a:lin ang="0" scaled="1"/>
              <a:tileRect/>
            </a:gradFill>
            <a:ln>
              <a:noFill/>
            </a:ln>
            <a:effectLst>
              <a:innerShdw blurRad="63500">
                <a:prstClr val="black">
                  <a:alpha val="4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8" name="9Slide.vn 3">
              <a:extLst>
                <a:ext uri="{FF2B5EF4-FFF2-40B4-BE49-F238E27FC236}">
                  <a16:creationId xmlns:a16="http://schemas.microsoft.com/office/drawing/2014/main" id="{1C3B9052-DF89-48DA-900D-596E0ADF2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5563" y="74613"/>
              <a:ext cx="9574213" cy="6735763"/>
            </a:xfrm>
            <a:custGeom>
              <a:avLst/>
              <a:gdLst>
                <a:gd name="T0" fmla="*/ 173 w 6031"/>
                <a:gd name="T1" fmla="*/ 0 h 4243"/>
                <a:gd name="T2" fmla="*/ 155 w 6031"/>
                <a:gd name="T3" fmla="*/ 2 h 4243"/>
                <a:gd name="T4" fmla="*/ 121 w 6031"/>
                <a:gd name="T5" fmla="*/ 9 h 4243"/>
                <a:gd name="T6" fmla="*/ 91 w 6031"/>
                <a:gd name="T7" fmla="*/ 22 h 4243"/>
                <a:gd name="T8" fmla="*/ 64 w 6031"/>
                <a:gd name="T9" fmla="*/ 40 h 4243"/>
                <a:gd name="T10" fmla="*/ 41 w 6031"/>
                <a:gd name="T11" fmla="*/ 64 h 4243"/>
                <a:gd name="T12" fmla="*/ 22 w 6031"/>
                <a:gd name="T13" fmla="*/ 91 h 4243"/>
                <a:gd name="T14" fmla="*/ 9 w 6031"/>
                <a:gd name="T15" fmla="*/ 121 h 4243"/>
                <a:gd name="T16" fmla="*/ 2 w 6031"/>
                <a:gd name="T17" fmla="*/ 157 h 4243"/>
                <a:gd name="T18" fmla="*/ 0 w 6031"/>
                <a:gd name="T19" fmla="*/ 4069 h 4243"/>
                <a:gd name="T20" fmla="*/ 2 w 6031"/>
                <a:gd name="T21" fmla="*/ 4086 h 4243"/>
                <a:gd name="T22" fmla="*/ 9 w 6031"/>
                <a:gd name="T23" fmla="*/ 4120 h 4243"/>
                <a:gd name="T24" fmla="*/ 22 w 6031"/>
                <a:gd name="T25" fmla="*/ 4152 h 4243"/>
                <a:gd name="T26" fmla="*/ 41 w 6031"/>
                <a:gd name="T27" fmla="*/ 4179 h 4243"/>
                <a:gd name="T28" fmla="*/ 64 w 6031"/>
                <a:gd name="T29" fmla="*/ 4202 h 4243"/>
                <a:gd name="T30" fmla="*/ 91 w 6031"/>
                <a:gd name="T31" fmla="*/ 4221 h 4243"/>
                <a:gd name="T32" fmla="*/ 121 w 6031"/>
                <a:gd name="T33" fmla="*/ 4234 h 4243"/>
                <a:gd name="T34" fmla="*/ 155 w 6031"/>
                <a:gd name="T35" fmla="*/ 4241 h 4243"/>
                <a:gd name="T36" fmla="*/ 5859 w 6031"/>
                <a:gd name="T37" fmla="*/ 4243 h 4243"/>
                <a:gd name="T38" fmla="*/ 5876 w 6031"/>
                <a:gd name="T39" fmla="*/ 4241 h 4243"/>
                <a:gd name="T40" fmla="*/ 5910 w 6031"/>
                <a:gd name="T41" fmla="*/ 4234 h 4243"/>
                <a:gd name="T42" fmla="*/ 5941 w 6031"/>
                <a:gd name="T43" fmla="*/ 4221 h 4243"/>
                <a:gd name="T44" fmla="*/ 5968 w 6031"/>
                <a:gd name="T45" fmla="*/ 4202 h 4243"/>
                <a:gd name="T46" fmla="*/ 5992 w 6031"/>
                <a:gd name="T47" fmla="*/ 4179 h 4243"/>
                <a:gd name="T48" fmla="*/ 6010 w 6031"/>
                <a:gd name="T49" fmla="*/ 4152 h 4243"/>
                <a:gd name="T50" fmla="*/ 6024 w 6031"/>
                <a:gd name="T51" fmla="*/ 4120 h 4243"/>
                <a:gd name="T52" fmla="*/ 6031 w 6031"/>
                <a:gd name="T53" fmla="*/ 4086 h 4243"/>
                <a:gd name="T54" fmla="*/ 6031 w 6031"/>
                <a:gd name="T55" fmla="*/ 173 h 4243"/>
                <a:gd name="T56" fmla="*/ 6031 w 6031"/>
                <a:gd name="T57" fmla="*/ 157 h 4243"/>
                <a:gd name="T58" fmla="*/ 6024 w 6031"/>
                <a:gd name="T59" fmla="*/ 121 h 4243"/>
                <a:gd name="T60" fmla="*/ 6010 w 6031"/>
                <a:gd name="T61" fmla="*/ 91 h 4243"/>
                <a:gd name="T62" fmla="*/ 5992 w 6031"/>
                <a:gd name="T63" fmla="*/ 64 h 4243"/>
                <a:gd name="T64" fmla="*/ 5968 w 6031"/>
                <a:gd name="T65" fmla="*/ 40 h 4243"/>
                <a:gd name="T66" fmla="*/ 5941 w 6031"/>
                <a:gd name="T67" fmla="*/ 22 h 4243"/>
                <a:gd name="T68" fmla="*/ 5910 w 6031"/>
                <a:gd name="T69" fmla="*/ 9 h 4243"/>
                <a:gd name="T70" fmla="*/ 5876 w 6031"/>
                <a:gd name="T71" fmla="*/ 2 h 4243"/>
                <a:gd name="T72" fmla="*/ 5859 w 6031"/>
                <a:gd name="T73" fmla="*/ 0 h 4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31" h="4243">
                  <a:moveTo>
                    <a:pt x="5859" y="0"/>
                  </a:moveTo>
                  <a:lnTo>
                    <a:pt x="173" y="0"/>
                  </a:lnTo>
                  <a:lnTo>
                    <a:pt x="173" y="0"/>
                  </a:lnTo>
                  <a:lnTo>
                    <a:pt x="155" y="2"/>
                  </a:lnTo>
                  <a:lnTo>
                    <a:pt x="138" y="3"/>
                  </a:lnTo>
                  <a:lnTo>
                    <a:pt x="121" y="9"/>
                  </a:lnTo>
                  <a:lnTo>
                    <a:pt x="106" y="14"/>
                  </a:lnTo>
                  <a:lnTo>
                    <a:pt x="91" y="22"/>
                  </a:lnTo>
                  <a:lnTo>
                    <a:pt x="78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41" y="64"/>
                  </a:lnTo>
                  <a:lnTo>
                    <a:pt x="30" y="77"/>
                  </a:lnTo>
                  <a:lnTo>
                    <a:pt x="22" y="91"/>
                  </a:lnTo>
                  <a:lnTo>
                    <a:pt x="14" y="106"/>
                  </a:lnTo>
                  <a:lnTo>
                    <a:pt x="9" y="121"/>
                  </a:lnTo>
                  <a:lnTo>
                    <a:pt x="3" y="138"/>
                  </a:lnTo>
                  <a:lnTo>
                    <a:pt x="2" y="157"/>
                  </a:lnTo>
                  <a:lnTo>
                    <a:pt x="0" y="173"/>
                  </a:lnTo>
                  <a:lnTo>
                    <a:pt x="0" y="4069"/>
                  </a:lnTo>
                  <a:lnTo>
                    <a:pt x="0" y="4069"/>
                  </a:lnTo>
                  <a:lnTo>
                    <a:pt x="2" y="4086"/>
                  </a:lnTo>
                  <a:lnTo>
                    <a:pt x="3" y="4105"/>
                  </a:lnTo>
                  <a:lnTo>
                    <a:pt x="9" y="4120"/>
                  </a:lnTo>
                  <a:lnTo>
                    <a:pt x="14" y="4137"/>
                  </a:lnTo>
                  <a:lnTo>
                    <a:pt x="22" y="4152"/>
                  </a:lnTo>
                  <a:lnTo>
                    <a:pt x="30" y="4165"/>
                  </a:lnTo>
                  <a:lnTo>
                    <a:pt x="41" y="4179"/>
                  </a:lnTo>
                  <a:lnTo>
                    <a:pt x="51" y="4192"/>
                  </a:lnTo>
                  <a:lnTo>
                    <a:pt x="64" y="4202"/>
                  </a:lnTo>
                  <a:lnTo>
                    <a:pt x="78" y="4212"/>
                  </a:lnTo>
                  <a:lnTo>
                    <a:pt x="91" y="4221"/>
                  </a:lnTo>
                  <a:lnTo>
                    <a:pt x="106" y="4229"/>
                  </a:lnTo>
                  <a:lnTo>
                    <a:pt x="121" y="4234"/>
                  </a:lnTo>
                  <a:lnTo>
                    <a:pt x="138" y="4239"/>
                  </a:lnTo>
                  <a:lnTo>
                    <a:pt x="155" y="4241"/>
                  </a:lnTo>
                  <a:lnTo>
                    <a:pt x="173" y="4243"/>
                  </a:lnTo>
                  <a:lnTo>
                    <a:pt x="5859" y="4243"/>
                  </a:lnTo>
                  <a:lnTo>
                    <a:pt x="5859" y="4243"/>
                  </a:lnTo>
                  <a:lnTo>
                    <a:pt x="5876" y="4241"/>
                  </a:lnTo>
                  <a:lnTo>
                    <a:pt x="5893" y="4239"/>
                  </a:lnTo>
                  <a:lnTo>
                    <a:pt x="5910" y="4234"/>
                  </a:lnTo>
                  <a:lnTo>
                    <a:pt x="5926" y="4229"/>
                  </a:lnTo>
                  <a:lnTo>
                    <a:pt x="5941" y="4221"/>
                  </a:lnTo>
                  <a:lnTo>
                    <a:pt x="5955" y="4212"/>
                  </a:lnTo>
                  <a:lnTo>
                    <a:pt x="5968" y="4202"/>
                  </a:lnTo>
                  <a:lnTo>
                    <a:pt x="5980" y="4192"/>
                  </a:lnTo>
                  <a:lnTo>
                    <a:pt x="5992" y="4179"/>
                  </a:lnTo>
                  <a:lnTo>
                    <a:pt x="6002" y="4165"/>
                  </a:lnTo>
                  <a:lnTo>
                    <a:pt x="6010" y="4152"/>
                  </a:lnTo>
                  <a:lnTo>
                    <a:pt x="6017" y="4137"/>
                  </a:lnTo>
                  <a:lnTo>
                    <a:pt x="6024" y="4120"/>
                  </a:lnTo>
                  <a:lnTo>
                    <a:pt x="6027" y="4105"/>
                  </a:lnTo>
                  <a:lnTo>
                    <a:pt x="6031" y="4086"/>
                  </a:lnTo>
                  <a:lnTo>
                    <a:pt x="6031" y="4069"/>
                  </a:lnTo>
                  <a:lnTo>
                    <a:pt x="6031" y="173"/>
                  </a:lnTo>
                  <a:lnTo>
                    <a:pt x="6031" y="173"/>
                  </a:lnTo>
                  <a:lnTo>
                    <a:pt x="6031" y="157"/>
                  </a:lnTo>
                  <a:lnTo>
                    <a:pt x="6027" y="138"/>
                  </a:lnTo>
                  <a:lnTo>
                    <a:pt x="6024" y="121"/>
                  </a:lnTo>
                  <a:lnTo>
                    <a:pt x="6017" y="106"/>
                  </a:lnTo>
                  <a:lnTo>
                    <a:pt x="6010" y="91"/>
                  </a:lnTo>
                  <a:lnTo>
                    <a:pt x="6002" y="77"/>
                  </a:lnTo>
                  <a:lnTo>
                    <a:pt x="5992" y="64"/>
                  </a:lnTo>
                  <a:lnTo>
                    <a:pt x="5980" y="51"/>
                  </a:lnTo>
                  <a:lnTo>
                    <a:pt x="5968" y="40"/>
                  </a:lnTo>
                  <a:lnTo>
                    <a:pt x="5955" y="30"/>
                  </a:lnTo>
                  <a:lnTo>
                    <a:pt x="5941" y="22"/>
                  </a:lnTo>
                  <a:lnTo>
                    <a:pt x="5926" y="14"/>
                  </a:lnTo>
                  <a:lnTo>
                    <a:pt x="5910" y="9"/>
                  </a:lnTo>
                  <a:lnTo>
                    <a:pt x="5893" y="3"/>
                  </a:lnTo>
                  <a:lnTo>
                    <a:pt x="5876" y="2"/>
                  </a:lnTo>
                  <a:lnTo>
                    <a:pt x="5859" y="0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25400" algn="ctr" rotWithShape="0">
                <a:prstClr val="black">
                  <a:alpha val="61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9" name="9Slide.vn 4">
              <a:extLst>
                <a:ext uri="{FF2B5EF4-FFF2-40B4-BE49-F238E27FC236}">
                  <a16:creationId xmlns:a16="http://schemas.microsoft.com/office/drawing/2014/main" id="{838BE831-98C4-4DA1-B95C-84B293ECE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550" y="6342063"/>
              <a:ext cx="9520238" cy="441325"/>
            </a:xfrm>
            <a:custGeom>
              <a:avLst/>
              <a:gdLst>
                <a:gd name="T0" fmla="*/ 156 w 5997"/>
                <a:gd name="T1" fmla="*/ 278 h 278"/>
                <a:gd name="T2" fmla="*/ 5842 w 5997"/>
                <a:gd name="T3" fmla="*/ 278 h 278"/>
                <a:gd name="T4" fmla="*/ 5842 w 5997"/>
                <a:gd name="T5" fmla="*/ 278 h 278"/>
                <a:gd name="T6" fmla="*/ 5857 w 5997"/>
                <a:gd name="T7" fmla="*/ 276 h 278"/>
                <a:gd name="T8" fmla="*/ 5872 w 5997"/>
                <a:gd name="T9" fmla="*/ 275 h 278"/>
                <a:gd name="T10" fmla="*/ 5887 w 5997"/>
                <a:gd name="T11" fmla="*/ 269 h 278"/>
                <a:gd name="T12" fmla="*/ 5903 w 5997"/>
                <a:gd name="T13" fmla="*/ 264 h 278"/>
                <a:gd name="T14" fmla="*/ 5916 w 5997"/>
                <a:gd name="T15" fmla="*/ 258 h 278"/>
                <a:gd name="T16" fmla="*/ 5928 w 5997"/>
                <a:gd name="T17" fmla="*/ 251 h 278"/>
                <a:gd name="T18" fmla="*/ 5941 w 5997"/>
                <a:gd name="T19" fmla="*/ 241 h 278"/>
                <a:gd name="T20" fmla="*/ 5951 w 5997"/>
                <a:gd name="T21" fmla="*/ 231 h 278"/>
                <a:gd name="T22" fmla="*/ 5962 w 5997"/>
                <a:gd name="T23" fmla="*/ 221 h 278"/>
                <a:gd name="T24" fmla="*/ 5970 w 5997"/>
                <a:gd name="T25" fmla="*/ 209 h 278"/>
                <a:gd name="T26" fmla="*/ 5978 w 5997"/>
                <a:gd name="T27" fmla="*/ 195 h 278"/>
                <a:gd name="T28" fmla="*/ 5985 w 5997"/>
                <a:gd name="T29" fmla="*/ 182 h 278"/>
                <a:gd name="T30" fmla="*/ 5990 w 5997"/>
                <a:gd name="T31" fmla="*/ 167 h 278"/>
                <a:gd name="T32" fmla="*/ 5993 w 5997"/>
                <a:gd name="T33" fmla="*/ 153 h 278"/>
                <a:gd name="T34" fmla="*/ 5997 w 5997"/>
                <a:gd name="T35" fmla="*/ 137 h 278"/>
                <a:gd name="T36" fmla="*/ 5997 w 5997"/>
                <a:gd name="T37" fmla="*/ 121 h 278"/>
                <a:gd name="T38" fmla="*/ 5997 w 5997"/>
                <a:gd name="T39" fmla="*/ 0 h 278"/>
                <a:gd name="T40" fmla="*/ 0 w 5997"/>
                <a:gd name="T41" fmla="*/ 0 h 278"/>
                <a:gd name="T42" fmla="*/ 0 w 5997"/>
                <a:gd name="T43" fmla="*/ 121 h 278"/>
                <a:gd name="T44" fmla="*/ 0 w 5997"/>
                <a:gd name="T45" fmla="*/ 121 h 278"/>
                <a:gd name="T46" fmla="*/ 2 w 5997"/>
                <a:gd name="T47" fmla="*/ 137 h 278"/>
                <a:gd name="T48" fmla="*/ 3 w 5997"/>
                <a:gd name="T49" fmla="*/ 153 h 278"/>
                <a:gd name="T50" fmla="*/ 8 w 5997"/>
                <a:gd name="T51" fmla="*/ 167 h 278"/>
                <a:gd name="T52" fmla="*/ 13 w 5997"/>
                <a:gd name="T53" fmla="*/ 182 h 278"/>
                <a:gd name="T54" fmla="*/ 20 w 5997"/>
                <a:gd name="T55" fmla="*/ 195 h 278"/>
                <a:gd name="T56" fmla="*/ 27 w 5997"/>
                <a:gd name="T57" fmla="*/ 209 h 278"/>
                <a:gd name="T58" fmla="*/ 37 w 5997"/>
                <a:gd name="T59" fmla="*/ 221 h 278"/>
                <a:gd name="T60" fmla="*/ 47 w 5997"/>
                <a:gd name="T61" fmla="*/ 231 h 278"/>
                <a:gd name="T62" fmla="*/ 57 w 5997"/>
                <a:gd name="T63" fmla="*/ 241 h 278"/>
                <a:gd name="T64" fmla="*/ 69 w 5997"/>
                <a:gd name="T65" fmla="*/ 251 h 278"/>
                <a:gd name="T66" fmla="*/ 82 w 5997"/>
                <a:gd name="T67" fmla="*/ 258 h 278"/>
                <a:gd name="T68" fmla="*/ 96 w 5997"/>
                <a:gd name="T69" fmla="*/ 264 h 278"/>
                <a:gd name="T70" fmla="*/ 109 w 5997"/>
                <a:gd name="T71" fmla="*/ 269 h 278"/>
                <a:gd name="T72" fmla="*/ 124 w 5997"/>
                <a:gd name="T73" fmla="*/ 275 h 278"/>
                <a:gd name="T74" fmla="*/ 141 w 5997"/>
                <a:gd name="T75" fmla="*/ 276 h 278"/>
                <a:gd name="T76" fmla="*/ 156 w 5997"/>
                <a:gd name="T77" fmla="*/ 278 h 278"/>
                <a:gd name="T78" fmla="*/ 156 w 5997"/>
                <a:gd name="T7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997" h="278">
                  <a:moveTo>
                    <a:pt x="156" y="278"/>
                  </a:moveTo>
                  <a:lnTo>
                    <a:pt x="5842" y="278"/>
                  </a:lnTo>
                  <a:lnTo>
                    <a:pt x="5842" y="278"/>
                  </a:lnTo>
                  <a:lnTo>
                    <a:pt x="5857" y="276"/>
                  </a:lnTo>
                  <a:lnTo>
                    <a:pt x="5872" y="275"/>
                  </a:lnTo>
                  <a:lnTo>
                    <a:pt x="5887" y="269"/>
                  </a:lnTo>
                  <a:lnTo>
                    <a:pt x="5903" y="264"/>
                  </a:lnTo>
                  <a:lnTo>
                    <a:pt x="5916" y="258"/>
                  </a:lnTo>
                  <a:lnTo>
                    <a:pt x="5928" y="251"/>
                  </a:lnTo>
                  <a:lnTo>
                    <a:pt x="5941" y="241"/>
                  </a:lnTo>
                  <a:lnTo>
                    <a:pt x="5951" y="231"/>
                  </a:lnTo>
                  <a:lnTo>
                    <a:pt x="5962" y="221"/>
                  </a:lnTo>
                  <a:lnTo>
                    <a:pt x="5970" y="209"/>
                  </a:lnTo>
                  <a:lnTo>
                    <a:pt x="5978" y="195"/>
                  </a:lnTo>
                  <a:lnTo>
                    <a:pt x="5985" y="182"/>
                  </a:lnTo>
                  <a:lnTo>
                    <a:pt x="5990" y="167"/>
                  </a:lnTo>
                  <a:lnTo>
                    <a:pt x="5993" y="153"/>
                  </a:lnTo>
                  <a:lnTo>
                    <a:pt x="5997" y="137"/>
                  </a:lnTo>
                  <a:lnTo>
                    <a:pt x="5997" y="121"/>
                  </a:lnTo>
                  <a:lnTo>
                    <a:pt x="5997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37"/>
                  </a:lnTo>
                  <a:lnTo>
                    <a:pt x="3" y="153"/>
                  </a:lnTo>
                  <a:lnTo>
                    <a:pt x="8" y="167"/>
                  </a:lnTo>
                  <a:lnTo>
                    <a:pt x="13" y="182"/>
                  </a:lnTo>
                  <a:lnTo>
                    <a:pt x="20" y="195"/>
                  </a:lnTo>
                  <a:lnTo>
                    <a:pt x="27" y="209"/>
                  </a:lnTo>
                  <a:lnTo>
                    <a:pt x="37" y="221"/>
                  </a:lnTo>
                  <a:lnTo>
                    <a:pt x="47" y="231"/>
                  </a:lnTo>
                  <a:lnTo>
                    <a:pt x="57" y="241"/>
                  </a:lnTo>
                  <a:lnTo>
                    <a:pt x="69" y="251"/>
                  </a:lnTo>
                  <a:lnTo>
                    <a:pt x="82" y="258"/>
                  </a:lnTo>
                  <a:lnTo>
                    <a:pt x="96" y="264"/>
                  </a:lnTo>
                  <a:lnTo>
                    <a:pt x="109" y="269"/>
                  </a:lnTo>
                  <a:lnTo>
                    <a:pt x="124" y="275"/>
                  </a:lnTo>
                  <a:lnTo>
                    <a:pt x="141" y="276"/>
                  </a:lnTo>
                  <a:lnTo>
                    <a:pt x="156" y="278"/>
                  </a:lnTo>
                  <a:lnTo>
                    <a:pt x="156" y="278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9Slide.vn 5">
              <a:extLst>
                <a:ext uri="{FF2B5EF4-FFF2-40B4-BE49-F238E27FC236}">
                  <a16:creationId xmlns:a16="http://schemas.microsoft.com/office/drawing/2014/main" id="{9441EC7C-061E-4558-9FF8-E9B0DA0F8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288" y="533400"/>
              <a:ext cx="8897938" cy="556577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9Slide.vn 6">
              <a:extLst>
                <a:ext uri="{FF2B5EF4-FFF2-40B4-BE49-F238E27FC236}">
                  <a16:creationId xmlns:a16="http://schemas.microsoft.com/office/drawing/2014/main" id="{F4AB6E09-791B-48E7-B2E0-4762432F7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239713"/>
            </a:xfrm>
            <a:custGeom>
              <a:avLst/>
              <a:gdLst>
                <a:gd name="T0" fmla="*/ 7451 w 7451"/>
                <a:gd name="T1" fmla="*/ 0 h 151"/>
                <a:gd name="T2" fmla="*/ 4441 w 7451"/>
                <a:gd name="T3" fmla="*/ 1 h 151"/>
                <a:gd name="T4" fmla="*/ 4381 w 7451"/>
                <a:gd name="T5" fmla="*/ 35 h 151"/>
                <a:gd name="T6" fmla="*/ 3097 w 7451"/>
                <a:gd name="T7" fmla="*/ 35 h 151"/>
                <a:gd name="T8" fmla="*/ 3020 w 7451"/>
                <a:gd name="T9" fmla="*/ 1 h 151"/>
                <a:gd name="T10" fmla="*/ 0 w 7451"/>
                <a:gd name="T11" fmla="*/ 0 h 151"/>
                <a:gd name="T12" fmla="*/ 0 w 7451"/>
                <a:gd name="T13" fmla="*/ 35 h 151"/>
                <a:gd name="T14" fmla="*/ 0 w 7451"/>
                <a:gd name="T15" fmla="*/ 35 h 151"/>
                <a:gd name="T16" fmla="*/ 61 w 7451"/>
                <a:gd name="T17" fmla="*/ 53 h 151"/>
                <a:gd name="T18" fmla="*/ 98 w 7451"/>
                <a:gd name="T19" fmla="*/ 65 h 151"/>
                <a:gd name="T20" fmla="*/ 140 w 7451"/>
                <a:gd name="T21" fmla="*/ 75 h 151"/>
                <a:gd name="T22" fmla="*/ 140 w 7451"/>
                <a:gd name="T23" fmla="*/ 75 h 151"/>
                <a:gd name="T24" fmla="*/ 168 w 7451"/>
                <a:gd name="T25" fmla="*/ 82 h 151"/>
                <a:gd name="T26" fmla="*/ 216 w 7451"/>
                <a:gd name="T27" fmla="*/ 90 h 151"/>
                <a:gd name="T28" fmla="*/ 286 w 7451"/>
                <a:gd name="T29" fmla="*/ 102 h 151"/>
                <a:gd name="T30" fmla="*/ 384 w 7451"/>
                <a:gd name="T31" fmla="*/ 114 h 151"/>
                <a:gd name="T32" fmla="*/ 384 w 7451"/>
                <a:gd name="T33" fmla="*/ 114 h 151"/>
                <a:gd name="T34" fmla="*/ 438 w 7451"/>
                <a:gd name="T35" fmla="*/ 121 h 151"/>
                <a:gd name="T36" fmla="*/ 510 w 7451"/>
                <a:gd name="T37" fmla="*/ 127 h 151"/>
                <a:gd name="T38" fmla="*/ 601 w 7451"/>
                <a:gd name="T39" fmla="*/ 134 h 151"/>
                <a:gd name="T40" fmla="*/ 707 w 7451"/>
                <a:gd name="T41" fmla="*/ 141 h 151"/>
                <a:gd name="T42" fmla="*/ 707 w 7451"/>
                <a:gd name="T43" fmla="*/ 141 h 151"/>
                <a:gd name="T44" fmla="*/ 838 w 7451"/>
                <a:gd name="T45" fmla="*/ 146 h 151"/>
                <a:gd name="T46" fmla="*/ 924 w 7451"/>
                <a:gd name="T47" fmla="*/ 148 h 151"/>
                <a:gd name="T48" fmla="*/ 924 w 7451"/>
                <a:gd name="T49" fmla="*/ 148 h 151"/>
                <a:gd name="T50" fmla="*/ 1195 w 7451"/>
                <a:gd name="T51" fmla="*/ 149 h 151"/>
                <a:gd name="T52" fmla="*/ 1718 w 7451"/>
                <a:gd name="T53" fmla="*/ 151 h 151"/>
                <a:gd name="T54" fmla="*/ 3188 w 7451"/>
                <a:gd name="T55" fmla="*/ 151 h 151"/>
                <a:gd name="T56" fmla="*/ 5479 w 7451"/>
                <a:gd name="T57" fmla="*/ 149 h 151"/>
                <a:gd name="T58" fmla="*/ 5479 w 7451"/>
                <a:gd name="T59" fmla="*/ 149 h 151"/>
                <a:gd name="T60" fmla="*/ 5921 w 7451"/>
                <a:gd name="T61" fmla="*/ 151 h 151"/>
                <a:gd name="T62" fmla="*/ 6244 w 7451"/>
                <a:gd name="T63" fmla="*/ 151 h 151"/>
                <a:gd name="T64" fmla="*/ 6529 w 7451"/>
                <a:gd name="T65" fmla="*/ 148 h 151"/>
                <a:gd name="T66" fmla="*/ 6529 w 7451"/>
                <a:gd name="T67" fmla="*/ 148 h 151"/>
                <a:gd name="T68" fmla="*/ 6613 w 7451"/>
                <a:gd name="T69" fmla="*/ 146 h 151"/>
                <a:gd name="T70" fmla="*/ 6744 w 7451"/>
                <a:gd name="T71" fmla="*/ 141 h 151"/>
                <a:gd name="T72" fmla="*/ 6744 w 7451"/>
                <a:gd name="T73" fmla="*/ 141 h 151"/>
                <a:gd name="T74" fmla="*/ 6852 w 7451"/>
                <a:gd name="T75" fmla="*/ 134 h 151"/>
                <a:gd name="T76" fmla="*/ 6941 w 7451"/>
                <a:gd name="T77" fmla="*/ 127 h 151"/>
                <a:gd name="T78" fmla="*/ 7015 w 7451"/>
                <a:gd name="T79" fmla="*/ 121 h 151"/>
                <a:gd name="T80" fmla="*/ 7069 w 7451"/>
                <a:gd name="T81" fmla="*/ 114 h 151"/>
                <a:gd name="T82" fmla="*/ 7069 w 7451"/>
                <a:gd name="T83" fmla="*/ 114 h 151"/>
                <a:gd name="T84" fmla="*/ 7166 w 7451"/>
                <a:gd name="T85" fmla="*/ 102 h 151"/>
                <a:gd name="T86" fmla="*/ 7237 w 7451"/>
                <a:gd name="T87" fmla="*/ 90 h 151"/>
                <a:gd name="T88" fmla="*/ 7284 w 7451"/>
                <a:gd name="T89" fmla="*/ 82 h 151"/>
                <a:gd name="T90" fmla="*/ 7313 w 7451"/>
                <a:gd name="T91" fmla="*/ 75 h 151"/>
                <a:gd name="T92" fmla="*/ 7313 w 7451"/>
                <a:gd name="T93" fmla="*/ 75 h 151"/>
                <a:gd name="T94" fmla="*/ 7353 w 7451"/>
                <a:gd name="T95" fmla="*/ 65 h 151"/>
                <a:gd name="T96" fmla="*/ 7390 w 7451"/>
                <a:gd name="T97" fmla="*/ 53 h 151"/>
                <a:gd name="T98" fmla="*/ 7451 w 7451"/>
                <a:gd name="T99" fmla="*/ 35 h 151"/>
                <a:gd name="T100" fmla="*/ 7451 w 7451"/>
                <a:gd name="T101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451" h="151">
                  <a:moveTo>
                    <a:pt x="7451" y="0"/>
                  </a:moveTo>
                  <a:lnTo>
                    <a:pt x="4441" y="1"/>
                  </a:lnTo>
                  <a:lnTo>
                    <a:pt x="4381" y="35"/>
                  </a:lnTo>
                  <a:lnTo>
                    <a:pt x="3097" y="35"/>
                  </a:lnTo>
                  <a:lnTo>
                    <a:pt x="3020" y="1"/>
                  </a:lnTo>
                  <a:lnTo>
                    <a:pt x="0" y="0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61" y="53"/>
                  </a:lnTo>
                  <a:lnTo>
                    <a:pt x="98" y="65"/>
                  </a:lnTo>
                  <a:lnTo>
                    <a:pt x="140" y="75"/>
                  </a:lnTo>
                  <a:lnTo>
                    <a:pt x="140" y="75"/>
                  </a:lnTo>
                  <a:lnTo>
                    <a:pt x="168" y="82"/>
                  </a:lnTo>
                  <a:lnTo>
                    <a:pt x="216" y="90"/>
                  </a:lnTo>
                  <a:lnTo>
                    <a:pt x="286" y="102"/>
                  </a:lnTo>
                  <a:lnTo>
                    <a:pt x="384" y="114"/>
                  </a:lnTo>
                  <a:lnTo>
                    <a:pt x="384" y="114"/>
                  </a:lnTo>
                  <a:lnTo>
                    <a:pt x="438" y="121"/>
                  </a:lnTo>
                  <a:lnTo>
                    <a:pt x="510" y="127"/>
                  </a:lnTo>
                  <a:lnTo>
                    <a:pt x="601" y="134"/>
                  </a:lnTo>
                  <a:lnTo>
                    <a:pt x="707" y="141"/>
                  </a:lnTo>
                  <a:lnTo>
                    <a:pt x="707" y="141"/>
                  </a:lnTo>
                  <a:lnTo>
                    <a:pt x="838" y="146"/>
                  </a:lnTo>
                  <a:lnTo>
                    <a:pt x="924" y="148"/>
                  </a:lnTo>
                  <a:lnTo>
                    <a:pt x="924" y="148"/>
                  </a:lnTo>
                  <a:lnTo>
                    <a:pt x="1195" y="149"/>
                  </a:lnTo>
                  <a:lnTo>
                    <a:pt x="1718" y="151"/>
                  </a:lnTo>
                  <a:lnTo>
                    <a:pt x="3188" y="151"/>
                  </a:lnTo>
                  <a:lnTo>
                    <a:pt x="5479" y="149"/>
                  </a:lnTo>
                  <a:lnTo>
                    <a:pt x="5479" y="149"/>
                  </a:lnTo>
                  <a:lnTo>
                    <a:pt x="5921" y="151"/>
                  </a:lnTo>
                  <a:lnTo>
                    <a:pt x="6244" y="151"/>
                  </a:lnTo>
                  <a:lnTo>
                    <a:pt x="6529" y="148"/>
                  </a:lnTo>
                  <a:lnTo>
                    <a:pt x="6529" y="148"/>
                  </a:lnTo>
                  <a:lnTo>
                    <a:pt x="6613" y="146"/>
                  </a:lnTo>
                  <a:lnTo>
                    <a:pt x="6744" y="141"/>
                  </a:lnTo>
                  <a:lnTo>
                    <a:pt x="6744" y="141"/>
                  </a:lnTo>
                  <a:lnTo>
                    <a:pt x="6852" y="134"/>
                  </a:lnTo>
                  <a:lnTo>
                    <a:pt x="6941" y="127"/>
                  </a:lnTo>
                  <a:lnTo>
                    <a:pt x="7015" y="121"/>
                  </a:lnTo>
                  <a:lnTo>
                    <a:pt x="7069" y="114"/>
                  </a:lnTo>
                  <a:lnTo>
                    <a:pt x="7069" y="114"/>
                  </a:lnTo>
                  <a:lnTo>
                    <a:pt x="7166" y="102"/>
                  </a:lnTo>
                  <a:lnTo>
                    <a:pt x="7237" y="90"/>
                  </a:lnTo>
                  <a:lnTo>
                    <a:pt x="7284" y="82"/>
                  </a:lnTo>
                  <a:lnTo>
                    <a:pt x="7313" y="75"/>
                  </a:lnTo>
                  <a:lnTo>
                    <a:pt x="7313" y="75"/>
                  </a:lnTo>
                  <a:lnTo>
                    <a:pt x="7353" y="65"/>
                  </a:lnTo>
                  <a:lnTo>
                    <a:pt x="7390" y="53"/>
                  </a:lnTo>
                  <a:lnTo>
                    <a:pt x="7451" y="35"/>
                  </a:lnTo>
                  <a:lnTo>
                    <a:pt x="7451" y="0"/>
                  </a:lnTo>
                  <a:close/>
                </a:path>
              </a:pathLst>
            </a:custGeom>
            <a:solidFill>
              <a:srgbClr val="A5A6A8"/>
            </a:solidFill>
            <a:ln>
              <a:noFill/>
            </a:ln>
            <a:effectLst>
              <a:innerShdw blurRad="114300">
                <a:prstClr val="black">
                  <a:alpha val="7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2" name="9Slide.vn 7">
              <a:extLst>
                <a:ext uri="{FF2B5EF4-FFF2-40B4-BE49-F238E27FC236}">
                  <a16:creationId xmlns:a16="http://schemas.microsoft.com/office/drawing/2014/main" id="{FF3498DC-8213-4932-9704-8122CCB4C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55563"/>
            </a:xfrm>
            <a:custGeom>
              <a:avLst/>
              <a:gdLst>
                <a:gd name="T0" fmla="*/ 7451 w 7451"/>
                <a:gd name="T1" fmla="*/ 35 h 35"/>
                <a:gd name="T2" fmla="*/ 0 w 7451"/>
                <a:gd name="T3" fmla="*/ 35 h 35"/>
                <a:gd name="T4" fmla="*/ 0 w 7451"/>
                <a:gd name="T5" fmla="*/ 0 h 35"/>
                <a:gd name="T6" fmla="*/ 3020 w 7451"/>
                <a:gd name="T7" fmla="*/ 0 h 35"/>
                <a:gd name="T8" fmla="*/ 3047 w 7451"/>
                <a:gd name="T9" fmla="*/ 18 h 35"/>
                <a:gd name="T10" fmla="*/ 4413 w 7451"/>
                <a:gd name="T11" fmla="*/ 18 h 35"/>
                <a:gd name="T12" fmla="*/ 4441 w 7451"/>
                <a:gd name="T13" fmla="*/ 0 h 35"/>
                <a:gd name="T14" fmla="*/ 7451 w 7451"/>
                <a:gd name="T15" fmla="*/ 0 h 35"/>
                <a:gd name="T16" fmla="*/ 7451 w 7451"/>
                <a:gd name="T17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51" h="35">
                  <a:moveTo>
                    <a:pt x="7451" y="35"/>
                  </a:moveTo>
                  <a:lnTo>
                    <a:pt x="0" y="35"/>
                  </a:lnTo>
                  <a:lnTo>
                    <a:pt x="0" y="0"/>
                  </a:lnTo>
                  <a:lnTo>
                    <a:pt x="3020" y="0"/>
                  </a:lnTo>
                  <a:lnTo>
                    <a:pt x="3047" y="18"/>
                  </a:lnTo>
                  <a:lnTo>
                    <a:pt x="4413" y="18"/>
                  </a:lnTo>
                  <a:lnTo>
                    <a:pt x="4441" y="0"/>
                  </a:lnTo>
                  <a:lnTo>
                    <a:pt x="7451" y="0"/>
                  </a:lnTo>
                  <a:lnTo>
                    <a:pt x="7451" y="35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/>
                </a:gs>
                <a:gs pos="9000">
                  <a:srgbClr val="DFE0E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3" name="9Slide.vn 8">
              <a:extLst>
                <a:ext uri="{FF2B5EF4-FFF2-40B4-BE49-F238E27FC236}">
                  <a16:creationId xmlns:a16="http://schemas.microsoft.com/office/drawing/2014/main" id="{344E556A-A4C9-4D98-B474-D2B99294D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4750" y="6619875"/>
              <a:ext cx="2255838" cy="90488"/>
            </a:xfrm>
            <a:custGeom>
              <a:avLst/>
              <a:gdLst>
                <a:gd name="T0" fmla="*/ 1389 w 1421"/>
                <a:gd name="T1" fmla="*/ 2 h 57"/>
                <a:gd name="T2" fmla="*/ 32 w 1421"/>
                <a:gd name="T3" fmla="*/ 2 h 57"/>
                <a:gd name="T4" fmla="*/ 32 w 1421"/>
                <a:gd name="T5" fmla="*/ 2 h 57"/>
                <a:gd name="T6" fmla="*/ 17 w 1421"/>
                <a:gd name="T7" fmla="*/ 2 h 57"/>
                <a:gd name="T8" fmla="*/ 0 w 1421"/>
                <a:gd name="T9" fmla="*/ 0 h 57"/>
                <a:gd name="T10" fmla="*/ 0 w 1421"/>
                <a:gd name="T11" fmla="*/ 34 h 57"/>
                <a:gd name="T12" fmla="*/ 0 w 1421"/>
                <a:gd name="T13" fmla="*/ 34 h 57"/>
                <a:gd name="T14" fmla="*/ 20 w 1421"/>
                <a:gd name="T15" fmla="*/ 44 h 57"/>
                <a:gd name="T16" fmla="*/ 42 w 1421"/>
                <a:gd name="T17" fmla="*/ 51 h 57"/>
                <a:gd name="T18" fmla="*/ 64 w 1421"/>
                <a:gd name="T19" fmla="*/ 56 h 57"/>
                <a:gd name="T20" fmla="*/ 85 w 1421"/>
                <a:gd name="T21" fmla="*/ 57 h 57"/>
                <a:gd name="T22" fmla="*/ 1337 w 1421"/>
                <a:gd name="T23" fmla="*/ 57 h 57"/>
                <a:gd name="T24" fmla="*/ 1337 w 1421"/>
                <a:gd name="T25" fmla="*/ 57 h 57"/>
                <a:gd name="T26" fmla="*/ 1359 w 1421"/>
                <a:gd name="T27" fmla="*/ 56 h 57"/>
                <a:gd name="T28" fmla="*/ 1381 w 1421"/>
                <a:gd name="T29" fmla="*/ 51 h 57"/>
                <a:gd name="T30" fmla="*/ 1401 w 1421"/>
                <a:gd name="T31" fmla="*/ 44 h 57"/>
                <a:gd name="T32" fmla="*/ 1421 w 1421"/>
                <a:gd name="T33" fmla="*/ 34 h 57"/>
                <a:gd name="T34" fmla="*/ 1421 w 1421"/>
                <a:gd name="T35" fmla="*/ 0 h 57"/>
                <a:gd name="T36" fmla="*/ 1421 w 1421"/>
                <a:gd name="T37" fmla="*/ 0 h 57"/>
                <a:gd name="T38" fmla="*/ 1406 w 1421"/>
                <a:gd name="T39" fmla="*/ 2 h 57"/>
                <a:gd name="T40" fmla="*/ 1389 w 1421"/>
                <a:gd name="T41" fmla="*/ 2 h 57"/>
                <a:gd name="T42" fmla="*/ 1389 w 1421"/>
                <a:gd name="T43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21" h="57">
                  <a:moveTo>
                    <a:pt x="1389" y="2"/>
                  </a:moveTo>
                  <a:lnTo>
                    <a:pt x="32" y="2"/>
                  </a:lnTo>
                  <a:lnTo>
                    <a:pt x="32" y="2"/>
                  </a:lnTo>
                  <a:lnTo>
                    <a:pt x="17" y="2"/>
                  </a:lnTo>
                  <a:lnTo>
                    <a:pt x="0" y="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20" y="44"/>
                  </a:lnTo>
                  <a:lnTo>
                    <a:pt x="42" y="51"/>
                  </a:lnTo>
                  <a:lnTo>
                    <a:pt x="64" y="56"/>
                  </a:lnTo>
                  <a:lnTo>
                    <a:pt x="85" y="57"/>
                  </a:lnTo>
                  <a:lnTo>
                    <a:pt x="1337" y="57"/>
                  </a:lnTo>
                  <a:lnTo>
                    <a:pt x="1337" y="57"/>
                  </a:lnTo>
                  <a:lnTo>
                    <a:pt x="1359" y="56"/>
                  </a:lnTo>
                  <a:lnTo>
                    <a:pt x="1381" y="51"/>
                  </a:lnTo>
                  <a:lnTo>
                    <a:pt x="1401" y="44"/>
                  </a:lnTo>
                  <a:lnTo>
                    <a:pt x="1421" y="34"/>
                  </a:lnTo>
                  <a:lnTo>
                    <a:pt x="1421" y="0"/>
                  </a:lnTo>
                  <a:lnTo>
                    <a:pt x="1421" y="0"/>
                  </a:lnTo>
                  <a:lnTo>
                    <a:pt x="1406" y="2"/>
                  </a:lnTo>
                  <a:lnTo>
                    <a:pt x="1389" y="2"/>
                  </a:lnTo>
                  <a:lnTo>
                    <a:pt x="1389" y="2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>
                    <a:lumMod val="95000"/>
                  </a:srgbClr>
                </a:gs>
                <a:gs pos="9000">
                  <a:srgbClr val="DFE0E1">
                    <a:lumMod val="95000"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3219450" y="1400175"/>
            <a:ext cx="5762625" cy="360045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6F8249F-933F-27B4-037F-1BE57AC729C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2D8527-F93B-EB58-7740-2C078C40D098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2B52FF-C488-9746-1718-20EBF7C6F693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1F8AA-07ED-7376-C0C8-2331E007AE38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998A477-5FFB-8A7A-8F05-0A80F04AEFB7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1725ED5-67ED-5B9A-3DCA-1DE0F4C58341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E9266B7-33A3-424D-B662-BE0A9937A840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686A9F9-4156-B900-5857-6016C3E85FAB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D0D5907-9052-863A-8BCC-EF17800E64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F2144C9-292D-3866-E801-4F565FEE1A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25-Jul-25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9BEA6383-5223-C237-6EF3-C8B51BE5E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5344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boo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FDADA73C-32DA-6364-6627-ED34BFEF2D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247" y="1727802"/>
            <a:ext cx="3453753" cy="3402396"/>
          </a:xfrm>
          <a:prstGeom prst="rect">
            <a:avLst/>
          </a:prstGeom>
        </p:spPr>
      </p:pic>
      <p:grpSp>
        <p:nvGrpSpPr>
          <p:cNvPr id="10" name="9Slide.vn 1">
            <a:extLst>
              <a:ext uri="{FF2B5EF4-FFF2-40B4-BE49-F238E27FC236}">
                <a16:creationId xmlns:a16="http://schemas.microsoft.com/office/drawing/2014/main" id="{2946107B-86B5-4108-B9D9-FBE88B6AF6A9}"/>
              </a:ext>
            </a:extLst>
          </p:cNvPr>
          <p:cNvGrpSpPr/>
          <p:nvPr userDrawn="1"/>
        </p:nvGrpSpPr>
        <p:grpSpPr>
          <a:xfrm>
            <a:off x="5868547" y="1080007"/>
            <a:ext cx="7666588" cy="4425443"/>
            <a:chOff x="2738438" y="30163"/>
            <a:chExt cx="11828463" cy="6827838"/>
          </a:xfrm>
        </p:grpSpPr>
        <p:sp>
          <p:nvSpPr>
            <p:cNvPr id="17" name="9Slide.vn 2">
              <a:extLst>
                <a:ext uri="{FF2B5EF4-FFF2-40B4-BE49-F238E27FC236}">
                  <a16:creationId xmlns:a16="http://schemas.microsoft.com/office/drawing/2014/main" id="{4C6E1B3E-70F8-4E17-8666-2C90A7910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113" y="30163"/>
              <a:ext cx="9663113" cy="6823075"/>
            </a:xfrm>
            <a:custGeom>
              <a:avLst/>
              <a:gdLst>
                <a:gd name="T0" fmla="*/ 201 w 6087"/>
                <a:gd name="T1" fmla="*/ 4298 h 4298"/>
                <a:gd name="T2" fmla="*/ 181 w 6087"/>
                <a:gd name="T3" fmla="*/ 4298 h 4298"/>
                <a:gd name="T4" fmla="*/ 141 w 6087"/>
                <a:gd name="T5" fmla="*/ 4289 h 4298"/>
                <a:gd name="T6" fmla="*/ 106 w 6087"/>
                <a:gd name="T7" fmla="*/ 4274 h 4298"/>
                <a:gd name="T8" fmla="*/ 74 w 6087"/>
                <a:gd name="T9" fmla="*/ 4252 h 4298"/>
                <a:gd name="T10" fmla="*/ 47 w 6087"/>
                <a:gd name="T11" fmla="*/ 4225 h 4298"/>
                <a:gd name="T12" fmla="*/ 25 w 6087"/>
                <a:gd name="T13" fmla="*/ 4193 h 4298"/>
                <a:gd name="T14" fmla="*/ 10 w 6087"/>
                <a:gd name="T15" fmla="*/ 4158 h 4298"/>
                <a:gd name="T16" fmla="*/ 1 w 6087"/>
                <a:gd name="T17" fmla="*/ 4118 h 4298"/>
                <a:gd name="T18" fmla="*/ 0 w 6087"/>
                <a:gd name="T19" fmla="*/ 201 h 4298"/>
                <a:gd name="T20" fmla="*/ 1 w 6087"/>
                <a:gd name="T21" fmla="*/ 181 h 4298"/>
                <a:gd name="T22" fmla="*/ 10 w 6087"/>
                <a:gd name="T23" fmla="*/ 141 h 4298"/>
                <a:gd name="T24" fmla="*/ 25 w 6087"/>
                <a:gd name="T25" fmla="*/ 105 h 4298"/>
                <a:gd name="T26" fmla="*/ 47 w 6087"/>
                <a:gd name="T27" fmla="*/ 74 h 4298"/>
                <a:gd name="T28" fmla="*/ 74 w 6087"/>
                <a:gd name="T29" fmla="*/ 47 h 4298"/>
                <a:gd name="T30" fmla="*/ 106 w 6087"/>
                <a:gd name="T31" fmla="*/ 25 h 4298"/>
                <a:gd name="T32" fmla="*/ 141 w 6087"/>
                <a:gd name="T33" fmla="*/ 10 h 4298"/>
                <a:gd name="T34" fmla="*/ 181 w 6087"/>
                <a:gd name="T35" fmla="*/ 1 h 4298"/>
                <a:gd name="T36" fmla="*/ 5887 w 6087"/>
                <a:gd name="T37" fmla="*/ 0 h 4298"/>
                <a:gd name="T38" fmla="*/ 5907 w 6087"/>
                <a:gd name="T39" fmla="*/ 1 h 4298"/>
                <a:gd name="T40" fmla="*/ 5946 w 6087"/>
                <a:gd name="T41" fmla="*/ 10 h 4298"/>
                <a:gd name="T42" fmla="*/ 5983 w 6087"/>
                <a:gd name="T43" fmla="*/ 25 h 4298"/>
                <a:gd name="T44" fmla="*/ 6015 w 6087"/>
                <a:gd name="T45" fmla="*/ 47 h 4298"/>
                <a:gd name="T46" fmla="*/ 6042 w 6087"/>
                <a:gd name="T47" fmla="*/ 74 h 4298"/>
                <a:gd name="T48" fmla="*/ 6064 w 6087"/>
                <a:gd name="T49" fmla="*/ 105 h 4298"/>
                <a:gd name="T50" fmla="*/ 6079 w 6087"/>
                <a:gd name="T51" fmla="*/ 141 h 4298"/>
                <a:gd name="T52" fmla="*/ 6087 w 6087"/>
                <a:gd name="T53" fmla="*/ 181 h 4298"/>
                <a:gd name="T54" fmla="*/ 6087 w 6087"/>
                <a:gd name="T55" fmla="*/ 4097 h 4298"/>
                <a:gd name="T56" fmla="*/ 6087 w 6087"/>
                <a:gd name="T57" fmla="*/ 4118 h 4298"/>
                <a:gd name="T58" fmla="*/ 6079 w 6087"/>
                <a:gd name="T59" fmla="*/ 4158 h 4298"/>
                <a:gd name="T60" fmla="*/ 6064 w 6087"/>
                <a:gd name="T61" fmla="*/ 4193 h 4298"/>
                <a:gd name="T62" fmla="*/ 6042 w 6087"/>
                <a:gd name="T63" fmla="*/ 4225 h 4298"/>
                <a:gd name="T64" fmla="*/ 6015 w 6087"/>
                <a:gd name="T65" fmla="*/ 4252 h 4298"/>
                <a:gd name="T66" fmla="*/ 5983 w 6087"/>
                <a:gd name="T67" fmla="*/ 4274 h 4298"/>
                <a:gd name="T68" fmla="*/ 5946 w 6087"/>
                <a:gd name="T69" fmla="*/ 4289 h 4298"/>
                <a:gd name="T70" fmla="*/ 5907 w 6087"/>
                <a:gd name="T71" fmla="*/ 4298 h 4298"/>
                <a:gd name="T72" fmla="*/ 5887 w 6087"/>
                <a:gd name="T73" fmla="*/ 4298 h 4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87" h="4298">
                  <a:moveTo>
                    <a:pt x="5887" y="4298"/>
                  </a:moveTo>
                  <a:lnTo>
                    <a:pt x="201" y="4298"/>
                  </a:lnTo>
                  <a:lnTo>
                    <a:pt x="201" y="4298"/>
                  </a:lnTo>
                  <a:lnTo>
                    <a:pt x="181" y="4298"/>
                  </a:lnTo>
                  <a:lnTo>
                    <a:pt x="161" y="4294"/>
                  </a:lnTo>
                  <a:lnTo>
                    <a:pt x="141" y="4289"/>
                  </a:lnTo>
                  <a:lnTo>
                    <a:pt x="122" y="4282"/>
                  </a:lnTo>
                  <a:lnTo>
                    <a:pt x="106" y="4274"/>
                  </a:lnTo>
                  <a:lnTo>
                    <a:pt x="89" y="4264"/>
                  </a:lnTo>
                  <a:lnTo>
                    <a:pt x="74" y="4252"/>
                  </a:lnTo>
                  <a:lnTo>
                    <a:pt x="58" y="4239"/>
                  </a:lnTo>
                  <a:lnTo>
                    <a:pt x="47" y="4225"/>
                  </a:lnTo>
                  <a:lnTo>
                    <a:pt x="35" y="4210"/>
                  </a:lnTo>
                  <a:lnTo>
                    <a:pt x="25" y="4193"/>
                  </a:lnTo>
                  <a:lnTo>
                    <a:pt x="16" y="4177"/>
                  </a:lnTo>
                  <a:lnTo>
                    <a:pt x="10" y="4158"/>
                  </a:lnTo>
                  <a:lnTo>
                    <a:pt x="5" y="4138"/>
                  </a:lnTo>
                  <a:lnTo>
                    <a:pt x="1" y="4118"/>
                  </a:lnTo>
                  <a:lnTo>
                    <a:pt x="0" y="4097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1" y="181"/>
                  </a:lnTo>
                  <a:lnTo>
                    <a:pt x="5" y="161"/>
                  </a:lnTo>
                  <a:lnTo>
                    <a:pt x="10" y="141"/>
                  </a:lnTo>
                  <a:lnTo>
                    <a:pt x="16" y="122"/>
                  </a:lnTo>
                  <a:lnTo>
                    <a:pt x="25" y="105"/>
                  </a:lnTo>
                  <a:lnTo>
                    <a:pt x="35" y="89"/>
                  </a:lnTo>
                  <a:lnTo>
                    <a:pt x="47" y="74"/>
                  </a:lnTo>
                  <a:lnTo>
                    <a:pt x="58" y="58"/>
                  </a:lnTo>
                  <a:lnTo>
                    <a:pt x="74" y="47"/>
                  </a:lnTo>
                  <a:lnTo>
                    <a:pt x="89" y="35"/>
                  </a:lnTo>
                  <a:lnTo>
                    <a:pt x="106" y="25"/>
                  </a:lnTo>
                  <a:lnTo>
                    <a:pt x="122" y="16"/>
                  </a:lnTo>
                  <a:lnTo>
                    <a:pt x="141" y="10"/>
                  </a:lnTo>
                  <a:lnTo>
                    <a:pt x="161" y="5"/>
                  </a:lnTo>
                  <a:lnTo>
                    <a:pt x="181" y="1"/>
                  </a:lnTo>
                  <a:lnTo>
                    <a:pt x="201" y="0"/>
                  </a:lnTo>
                  <a:lnTo>
                    <a:pt x="5887" y="0"/>
                  </a:lnTo>
                  <a:lnTo>
                    <a:pt x="5887" y="0"/>
                  </a:lnTo>
                  <a:lnTo>
                    <a:pt x="5907" y="1"/>
                  </a:lnTo>
                  <a:lnTo>
                    <a:pt x="5927" y="5"/>
                  </a:lnTo>
                  <a:lnTo>
                    <a:pt x="5946" y="10"/>
                  </a:lnTo>
                  <a:lnTo>
                    <a:pt x="5964" y="16"/>
                  </a:lnTo>
                  <a:lnTo>
                    <a:pt x="5983" y="25"/>
                  </a:lnTo>
                  <a:lnTo>
                    <a:pt x="6000" y="35"/>
                  </a:lnTo>
                  <a:lnTo>
                    <a:pt x="6015" y="47"/>
                  </a:lnTo>
                  <a:lnTo>
                    <a:pt x="6028" y="58"/>
                  </a:lnTo>
                  <a:lnTo>
                    <a:pt x="6042" y="74"/>
                  </a:lnTo>
                  <a:lnTo>
                    <a:pt x="6054" y="89"/>
                  </a:lnTo>
                  <a:lnTo>
                    <a:pt x="6064" y="105"/>
                  </a:lnTo>
                  <a:lnTo>
                    <a:pt x="6072" y="122"/>
                  </a:lnTo>
                  <a:lnTo>
                    <a:pt x="6079" y="141"/>
                  </a:lnTo>
                  <a:lnTo>
                    <a:pt x="6084" y="161"/>
                  </a:lnTo>
                  <a:lnTo>
                    <a:pt x="6087" y="181"/>
                  </a:lnTo>
                  <a:lnTo>
                    <a:pt x="6087" y="201"/>
                  </a:lnTo>
                  <a:lnTo>
                    <a:pt x="6087" y="4097"/>
                  </a:lnTo>
                  <a:lnTo>
                    <a:pt x="6087" y="4097"/>
                  </a:lnTo>
                  <a:lnTo>
                    <a:pt x="6087" y="4118"/>
                  </a:lnTo>
                  <a:lnTo>
                    <a:pt x="6084" y="4138"/>
                  </a:lnTo>
                  <a:lnTo>
                    <a:pt x="6079" y="4158"/>
                  </a:lnTo>
                  <a:lnTo>
                    <a:pt x="6072" y="4177"/>
                  </a:lnTo>
                  <a:lnTo>
                    <a:pt x="6064" y="4193"/>
                  </a:lnTo>
                  <a:lnTo>
                    <a:pt x="6054" y="4210"/>
                  </a:lnTo>
                  <a:lnTo>
                    <a:pt x="6042" y="4225"/>
                  </a:lnTo>
                  <a:lnTo>
                    <a:pt x="6028" y="4239"/>
                  </a:lnTo>
                  <a:lnTo>
                    <a:pt x="6015" y="4252"/>
                  </a:lnTo>
                  <a:lnTo>
                    <a:pt x="6000" y="4264"/>
                  </a:lnTo>
                  <a:lnTo>
                    <a:pt x="5983" y="4274"/>
                  </a:lnTo>
                  <a:lnTo>
                    <a:pt x="5964" y="4282"/>
                  </a:lnTo>
                  <a:lnTo>
                    <a:pt x="5946" y="4289"/>
                  </a:lnTo>
                  <a:lnTo>
                    <a:pt x="5927" y="4294"/>
                  </a:lnTo>
                  <a:lnTo>
                    <a:pt x="5907" y="4298"/>
                  </a:lnTo>
                  <a:lnTo>
                    <a:pt x="5887" y="4298"/>
                  </a:lnTo>
                  <a:lnTo>
                    <a:pt x="5887" y="42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0B2B4"/>
                </a:gs>
                <a:gs pos="100000">
                  <a:srgbClr val="DFE0E1"/>
                </a:gs>
              </a:gsLst>
              <a:lin ang="0" scaled="1"/>
              <a:tileRect/>
            </a:gradFill>
            <a:ln>
              <a:noFill/>
            </a:ln>
            <a:effectLst>
              <a:innerShdw blurRad="63500">
                <a:prstClr val="black">
                  <a:alpha val="4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8" name="9Slide.vn 3">
              <a:extLst>
                <a:ext uri="{FF2B5EF4-FFF2-40B4-BE49-F238E27FC236}">
                  <a16:creationId xmlns:a16="http://schemas.microsoft.com/office/drawing/2014/main" id="{1C3B9052-DF89-48DA-900D-596E0ADF2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5563" y="74613"/>
              <a:ext cx="9574213" cy="6735763"/>
            </a:xfrm>
            <a:custGeom>
              <a:avLst/>
              <a:gdLst>
                <a:gd name="T0" fmla="*/ 173 w 6031"/>
                <a:gd name="T1" fmla="*/ 0 h 4243"/>
                <a:gd name="T2" fmla="*/ 155 w 6031"/>
                <a:gd name="T3" fmla="*/ 2 h 4243"/>
                <a:gd name="T4" fmla="*/ 121 w 6031"/>
                <a:gd name="T5" fmla="*/ 9 h 4243"/>
                <a:gd name="T6" fmla="*/ 91 w 6031"/>
                <a:gd name="T7" fmla="*/ 22 h 4243"/>
                <a:gd name="T8" fmla="*/ 64 w 6031"/>
                <a:gd name="T9" fmla="*/ 40 h 4243"/>
                <a:gd name="T10" fmla="*/ 41 w 6031"/>
                <a:gd name="T11" fmla="*/ 64 h 4243"/>
                <a:gd name="T12" fmla="*/ 22 w 6031"/>
                <a:gd name="T13" fmla="*/ 91 h 4243"/>
                <a:gd name="T14" fmla="*/ 9 w 6031"/>
                <a:gd name="T15" fmla="*/ 121 h 4243"/>
                <a:gd name="T16" fmla="*/ 2 w 6031"/>
                <a:gd name="T17" fmla="*/ 157 h 4243"/>
                <a:gd name="T18" fmla="*/ 0 w 6031"/>
                <a:gd name="T19" fmla="*/ 4069 h 4243"/>
                <a:gd name="T20" fmla="*/ 2 w 6031"/>
                <a:gd name="T21" fmla="*/ 4086 h 4243"/>
                <a:gd name="T22" fmla="*/ 9 w 6031"/>
                <a:gd name="T23" fmla="*/ 4120 h 4243"/>
                <a:gd name="T24" fmla="*/ 22 w 6031"/>
                <a:gd name="T25" fmla="*/ 4152 h 4243"/>
                <a:gd name="T26" fmla="*/ 41 w 6031"/>
                <a:gd name="T27" fmla="*/ 4179 h 4243"/>
                <a:gd name="T28" fmla="*/ 64 w 6031"/>
                <a:gd name="T29" fmla="*/ 4202 h 4243"/>
                <a:gd name="T30" fmla="*/ 91 w 6031"/>
                <a:gd name="T31" fmla="*/ 4221 h 4243"/>
                <a:gd name="T32" fmla="*/ 121 w 6031"/>
                <a:gd name="T33" fmla="*/ 4234 h 4243"/>
                <a:gd name="T34" fmla="*/ 155 w 6031"/>
                <a:gd name="T35" fmla="*/ 4241 h 4243"/>
                <a:gd name="T36" fmla="*/ 5859 w 6031"/>
                <a:gd name="T37" fmla="*/ 4243 h 4243"/>
                <a:gd name="T38" fmla="*/ 5876 w 6031"/>
                <a:gd name="T39" fmla="*/ 4241 h 4243"/>
                <a:gd name="T40" fmla="*/ 5910 w 6031"/>
                <a:gd name="T41" fmla="*/ 4234 h 4243"/>
                <a:gd name="T42" fmla="*/ 5941 w 6031"/>
                <a:gd name="T43" fmla="*/ 4221 h 4243"/>
                <a:gd name="T44" fmla="*/ 5968 w 6031"/>
                <a:gd name="T45" fmla="*/ 4202 h 4243"/>
                <a:gd name="T46" fmla="*/ 5992 w 6031"/>
                <a:gd name="T47" fmla="*/ 4179 h 4243"/>
                <a:gd name="T48" fmla="*/ 6010 w 6031"/>
                <a:gd name="T49" fmla="*/ 4152 h 4243"/>
                <a:gd name="T50" fmla="*/ 6024 w 6031"/>
                <a:gd name="T51" fmla="*/ 4120 h 4243"/>
                <a:gd name="T52" fmla="*/ 6031 w 6031"/>
                <a:gd name="T53" fmla="*/ 4086 h 4243"/>
                <a:gd name="T54" fmla="*/ 6031 w 6031"/>
                <a:gd name="T55" fmla="*/ 173 h 4243"/>
                <a:gd name="T56" fmla="*/ 6031 w 6031"/>
                <a:gd name="T57" fmla="*/ 157 h 4243"/>
                <a:gd name="T58" fmla="*/ 6024 w 6031"/>
                <a:gd name="T59" fmla="*/ 121 h 4243"/>
                <a:gd name="T60" fmla="*/ 6010 w 6031"/>
                <a:gd name="T61" fmla="*/ 91 h 4243"/>
                <a:gd name="T62" fmla="*/ 5992 w 6031"/>
                <a:gd name="T63" fmla="*/ 64 h 4243"/>
                <a:gd name="T64" fmla="*/ 5968 w 6031"/>
                <a:gd name="T65" fmla="*/ 40 h 4243"/>
                <a:gd name="T66" fmla="*/ 5941 w 6031"/>
                <a:gd name="T67" fmla="*/ 22 h 4243"/>
                <a:gd name="T68" fmla="*/ 5910 w 6031"/>
                <a:gd name="T69" fmla="*/ 9 h 4243"/>
                <a:gd name="T70" fmla="*/ 5876 w 6031"/>
                <a:gd name="T71" fmla="*/ 2 h 4243"/>
                <a:gd name="T72" fmla="*/ 5859 w 6031"/>
                <a:gd name="T73" fmla="*/ 0 h 4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31" h="4243">
                  <a:moveTo>
                    <a:pt x="5859" y="0"/>
                  </a:moveTo>
                  <a:lnTo>
                    <a:pt x="173" y="0"/>
                  </a:lnTo>
                  <a:lnTo>
                    <a:pt x="173" y="0"/>
                  </a:lnTo>
                  <a:lnTo>
                    <a:pt x="155" y="2"/>
                  </a:lnTo>
                  <a:lnTo>
                    <a:pt x="138" y="3"/>
                  </a:lnTo>
                  <a:lnTo>
                    <a:pt x="121" y="9"/>
                  </a:lnTo>
                  <a:lnTo>
                    <a:pt x="106" y="14"/>
                  </a:lnTo>
                  <a:lnTo>
                    <a:pt x="91" y="22"/>
                  </a:lnTo>
                  <a:lnTo>
                    <a:pt x="78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41" y="64"/>
                  </a:lnTo>
                  <a:lnTo>
                    <a:pt x="30" y="77"/>
                  </a:lnTo>
                  <a:lnTo>
                    <a:pt x="22" y="91"/>
                  </a:lnTo>
                  <a:lnTo>
                    <a:pt x="14" y="106"/>
                  </a:lnTo>
                  <a:lnTo>
                    <a:pt x="9" y="121"/>
                  </a:lnTo>
                  <a:lnTo>
                    <a:pt x="3" y="138"/>
                  </a:lnTo>
                  <a:lnTo>
                    <a:pt x="2" y="157"/>
                  </a:lnTo>
                  <a:lnTo>
                    <a:pt x="0" y="173"/>
                  </a:lnTo>
                  <a:lnTo>
                    <a:pt x="0" y="4069"/>
                  </a:lnTo>
                  <a:lnTo>
                    <a:pt x="0" y="4069"/>
                  </a:lnTo>
                  <a:lnTo>
                    <a:pt x="2" y="4086"/>
                  </a:lnTo>
                  <a:lnTo>
                    <a:pt x="3" y="4105"/>
                  </a:lnTo>
                  <a:lnTo>
                    <a:pt x="9" y="4120"/>
                  </a:lnTo>
                  <a:lnTo>
                    <a:pt x="14" y="4137"/>
                  </a:lnTo>
                  <a:lnTo>
                    <a:pt x="22" y="4152"/>
                  </a:lnTo>
                  <a:lnTo>
                    <a:pt x="30" y="4165"/>
                  </a:lnTo>
                  <a:lnTo>
                    <a:pt x="41" y="4179"/>
                  </a:lnTo>
                  <a:lnTo>
                    <a:pt x="51" y="4192"/>
                  </a:lnTo>
                  <a:lnTo>
                    <a:pt x="64" y="4202"/>
                  </a:lnTo>
                  <a:lnTo>
                    <a:pt x="78" y="4212"/>
                  </a:lnTo>
                  <a:lnTo>
                    <a:pt x="91" y="4221"/>
                  </a:lnTo>
                  <a:lnTo>
                    <a:pt x="106" y="4229"/>
                  </a:lnTo>
                  <a:lnTo>
                    <a:pt x="121" y="4234"/>
                  </a:lnTo>
                  <a:lnTo>
                    <a:pt x="138" y="4239"/>
                  </a:lnTo>
                  <a:lnTo>
                    <a:pt x="155" y="4241"/>
                  </a:lnTo>
                  <a:lnTo>
                    <a:pt x="173" y="4243"/>
                  </a:lnTo>
                  <a:lnTo>
                    <a:pt x="5859" y="4243"/>
                  </a:lnTo>
                  <a:lnTo>
                    <a:pt x="5859" y="4243"/>
                  </a:lnTo>
                  <a:lnTo>
                    <a:pt x="5876" y="4241"/>
                  </a:lnTo>
                  <a:lnTo>
                    <a:pt x="5893" y="4239"/>
                  </a:lnTo>
                  <a:lnTo>
                    <a:pt x="5910" y="4234"/>
                  </a:lnTo>
                  <a:lnTo>
                    <a:pt x="5926" y="4229"/>
                  </a:lnTo>
                  <a:lnTo>
                    <a:pt x="5941" y="4221"/>
                  </a:lnTo>
                  <a:lnTo>
                    <a:pt x="5955" y="4212"/>
                  </a:lnTo>
                  <a:lnTo>
                    <a:pt x="5968" y="4202"/>
                  </a:lnTo>
                  <a:lnTo>
                    <a:pt x="5980" y="4192"/>
                  </a:lnTo>
                  <a:lnTo>
                    <a:pt x="5992" y="4179"/>
                  </a:lnTo>
                  <a:lnTo>
                    <a:pt x="6002" y="4165"/>
                  </a:lnTo>
                  <a:lnTo>
                    <a:pt x="6010" y="4152"/>
                  </a:lnTo>
                  <a:lnTo>
                    <a:pt x="6017" y="4137"/>
                  </a:lnTo>
                  <a:lnTo>
                    <a:pt x="6024" y="4120"/>
                  </a:lnTo>
                  <a:lnTo>
                    <a:pt x="6027" y="4105"/>
                  </a:lnTo>
                  <a:lnTo>
                    <a:pt x="6031" y="4086"/>
                  </a:lnTo>
                  <a:lnTo>
                    <a:pt x="6031" y="4069"/>
                  </a:lnTo>
                  <a:lnTo>
                    <a:pt x="6031" y="173"/>
                  </a:lnTo>
                  <a:lnTo>
                    <a:pt x="6031" y="173"/>
                  </a:lnTo>
                  <a:lnTo>
                    <a:pt x="6031" y="157"/>
                  </a:lnTo>
                  <a:lnTo>
                    <a:pt x="6027" y="138"/>
                  </a:lnTo>
                  <a:lnTo>
                    <a:pt x="6024" y="121"/>
                  </a:lnTo>
                  <a:lnTo>
                    <a:pt x="6017" y="106"/>
                  </a:lnTo>
                  <a:lnTo>
                    <a:pt x="6010" y="91"/>
                  </a:lnTo>
                  <a:lnTo>
                    <a:pt x="6002" y="77"/>
                  </a:lnTo>
                  <a:lnTo>
                    <a:pt x="5992" y="64"/>
                  </a:lnTo>
                  <a:lnTo>
                    <a:pt x="5980" y="51"/>
                  </a:lnTo>
                  <a:lnTo>
                    <a:pt x="5968" y="40"/>
                  </a:lnTo>
                  <a:lnTo>
                    <a:pt x="5955" y="30"/>
                  </a:lnTo>
                  <a:lnTo>
                    <a:pt x="5941" y="22"/>
                  </a:lnTo>
                  <a:lnTo>
                    <a:pt x="5926" y="14"/>
                  </a:lnTo>
                  <a:lnTo>
                    <a:pt x="5910" y="9"/>
                  </a:lnTo>
                  <a:lnTo>
                    <a:pt x="5893" y="3"/>
                  </a:lnTo>
                  <a:lnTo>
                    <a:pt x="5876" y="2"/>
                  </a:lnTo>
                  <a:lnTo>
                    <a:pt x="5859" y="0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25400" algn="ctr" rotWithShape="0">
                <a:prstClr val="black">
                  <a:alpha val="61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9" name="9Slide.vn 4">
              <a:extLst>
                <a:ext uri="{FF2B5EF4-FFF2-40B4-BE49-F238E27FC236}">
                  <a16:creationId xmlns:a16="http://schemas.microsoft.com/office/drawing/2014/main" id="{838BE831-98C4-4DA1-B95C-84B293ECE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550" y="6342063"/>
              <a:ext cx="9520238" cy="441325"/>
            </a:xfrm>
            <a:custGeom>
              <a:avLst/>
              <a:gdLst>
                <a:gd name="T0" fmla="*/ 156 w 5997"/>
                <a:gd name="T1" fmla="*/ 278 h 278"/>
                <a:gd name="T2" fmla="*/ 5842 w 5997"/>
                <a:gd name="T3" fmla="*/ 278 h 278"/>
                <a:gd name="T4" fmla="*/ 5842 w 5997"/>
                <a:gd name="T5" fmla="*/ 278 h 278"/>
                <a:gd name="T6" fmla="*/ 5857 w 5997"/>
                <a:gd name="T7" fmla="*/ 276 h 278"/>
                <a:gd name="T8" fmla="*/ 5872 w 5997"/>
                <a:gd name="T9" fmla="*/ 275 h 278"/>
                <a:gd name="T10" fmla="*/ 5887 w 5997"/>
                <a:gd name="T11" fmla="*/ 269 h 278"/>
                <a:gd name="T12" fmla="*/ 5903 w 5997"/>
                <a:gd name="T13" fmla="*/ 264 h 278"/>
                <a:gd name="T14" fmla="*/ 5916 w 5997"/>
                <a:gd name="T15" fmla="*/ 258 h 278"/>
                <a:gd name="T16" fmla="*/ 5928 w 5997"/>
                <a:gd name="T17" fmla="*/ 251 h 278"/>
                <a:gd name="T18" fmla="*/ 5941 w 5997"/>
                <a:gd name="T19" fmla="*/ 241 h 278"/>
                <a:gd name="T20" fmla="*/ 5951 w 5997"/>
                <a:gd name="T21" fmla="*/ 231 h 278"/>
                <a:gd name="T22" fmla="*/ 5962 w 5997"/>
                <a:gd name="T23" fmla="*/ 221 h 278"/>
                <a:gd name="T24" fmla="*/ 5970 w 5997"/>
                <a:gd name="T25" fmla="*/ 209 h 278"/>
                <a:gd name="T26" fmla="*/ 5978 w 5997"/>
                <a:gd name="T27" fmla="*/ 195 h 278"/>
                <a:gd name="T28" fmla="*/ 5985 w 5997"/>
                <a:gd name="T29" fmla="*/ 182 h 278"/>
                <a:gd name="T30" fmla="*/ 5990 w 5997"/>
                <a:gd name="T31" fmla="*/ 167 h 278"/>
                <a:gd name="T32" fmla="*/ 5993 w 5997"/>
                <a:gd name="T33" fmla="*/ 153 h 278"/>
                <a:gd name="T34" fmla="*/ 5997 w 5997"/>
                <a:gd name="T35" fmla="*/ 137 h 278"/>
                <a:gd name="T36" fmla="*/ 5997 w 5997"/>
                <a:gd name="T37" fmla="*/ 121 h 278"/>
                <a:gd name="T38" fmla="*/ 5997 w 5997"/>
                <a:gd name="T39" fmla="*/ 0 h 278"/>
                <a:gd name="T40" fmla="*/ 0 w 5997"/>
                <a:gd name="T41" fmla="*/ 0 h 278"/>
                <a:gd name="T42" fmla="*/ 0 w 5997"/>
                <a:gd name="T43" fmla="*/ 121 h 278"/>
                <a:gd name="T44" fmla="*/ 0 w 5997"/>
                <a:gd name="T45" fmla="*/ 121 h 278"/>
                <a:gd name="T46" fmla="*/ 2 w 5997"/>
                <a:gd name="T47" fmla="*/ 137 h 278"/>
                <a:gd name="T48" fmla="*/ 3 w 5997"/>
                <a:gd name="T49" fmla="*/ 153 h 278"/>
                <a:gd name="T50" fmla="*/ 8 w 5997"/>
                <a:gd name="T51" fmla="*/ 167 h 278"/>
                <a:gd name="T52" fmla="*/ 13 w 5997"/>
                <a:gd name="T53" fmla="*/ 182 h 278"/>
                <a:gd name="T54" fmla="*/ 20 w 5997"/>
                <a:gd name="T55" fmla="*/ 195 h 278"/>
                <a:gd name="T56" fmla="*/ 27 w 5997"/>
                <a:gd name="T57" fmla="*/ 209 h 278"/>
                <a:gd name="T58" fmla="*/ 37 w 5997"/>
                <a:gd name="T59" fmla="*/ 221 h 278"/>
                <a:gd name="T60" fmla="*/ 47 w 5997"/>
                <a:gd name="T61" fmla="*/ 231 h 278"/>
                <a:gd name="T62" fmla="*/ 57 w 5997"/>
                <a:gd name="T63" fmla="*/ 241 h 278"/>
                <a:gd name="T64" fmla="*/ 69 w 5997"/>
                <a:gd name="T65" fmla="*/ 251 h 278"/>
                <a:gd name="T66" fmla="*/ 82 w 5997"/>
                <a:gd name="T67" fmla="*/ 258 h 278"/>
                <a:gd name="T68" fmla="*/ 96 w 5997"/>
                <a:gd name="T69" fmla="*/ 264 h 278"/>
                <a:gd name="T70" fmla="*/ 109 w 5997"/>
                <a:gd name="T71" fmla="*/ 269 h 278"/>
                <a:gd name="T72" fmla="*/ 124 w 5997"/>
                <a:gd name="T73" fmla="*/ 275 h 278"/>
                <a:gd name="T74" fmla="*/ 141 w 5997"/>
                <a:gd name="T75" fmla="*/ 276 h 278"/>
                <a:gd name="T76" fmla="*/ 156 w 5997"/>
                <a:gd name="T77" fmla="*/ 278 h 278"/>
                <a:gd name="T78" fmla="*/ 156 w 5997"/>
                <a:gd name="T7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997" h="278">
                  <a:moveTo>
                    <a:pt x="156" y="278"/>
                  </a:moveTo>
                  <a:lnTo>
                    <a:pt x="5842" y="278"/>
                  </a:lnTo>
                  <a:lnTo>
                    <a:pt x="5842" y="278"/>
                  </a:lnTo>
                  <a:lnTo>
                    <a:pt x="5857" y="276"/>
                  </a:lnTo>
                  <a:lnTo>
                    <a:pt x="5872" y="275"/>
                  </a:lnTo>
                  <a:lnTo>
                    <a:pt x="5887" y="269"/>
                  </a:lnTo>
                  <a:lnTo>
                    <a:pt x="5903" y="264"/>
                  </a:lnTo>
                  <a:lnTo>
                    <a:pt x="5916" y="258"/>
                  </a:lnTo>
                  <a:lnTo>
                    <a:pt x="5928" y="251"/>
                  </a:lnTo>
                  <a:lnTo>
                    <a:pt x="5941" y="241"/>
                  </a:lnTo>
                  <a:lnTo>
                    <a:pt x="5951" y="231"/>
                  </a:lnTo>
                  <a:lnTo>
                    <a:pt x="5962" y="221"/>
                  </a:lnTo>
                  <a:lnTo>
                    <a:pt x="5970" y="209"/>
                  </a:lnTo>
                  <a:lnTo>
                    <a:pt x="5978" y="195"/>
                  </a:lnTo>
                  <a:lnTo>
                    <a:pt x="5985" y="182"/>
                  </a:lnTo>
                  <a:lnTo>
                    <a:pt x="5990" y="167"/>
                  </a:lnTo>
                  <a:lnTo>
                    <a:pt x="5993" y="153"/>
                  </a:lnTo>
                  <a:lnTo>
                    <a:pt x="5997" y="137"/>
                  </a:lnTo>
                  <a:lnTo>
                    <a:pt x="5997" y="121"/>
                  </a:lnTo>
                  <a:lnTo>
                    <a:pt x="5997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37"/>
                  </a:lnTo>
                  <a:lnTo>
                    <a:pt x="3" y="153"/>
                  </a:lnTo>
                  <a:lnTo>
                    <a:pt x="8" y="167"/>
                  </a:lnTo>
                  <a:lnTo>
                    <a:pt x="13" y="182"/>
                  </a:lnTo>
                  <a:lnTo>
                    <a:pt x="20" y="195"/>
                  </a:lnTo>
                  <a:lnTo>
                    <a:pt x="27" y="209"/>
                  </a:lnTo>
                  <a:lnTo>
                    <a:pt x="37" y="221"/>
                  </a:lnTo>
                  <a:lnTo>
                    <a:pt x="47" y="231"/>
                  </a:lnTo>
                  <a:lnTo>
                    <a:pt x="57" y="241"/>
                  </a:lnTo>
                  <a:lnTo>
                    <a:pt x="69" y="251"/>
                  </a:lnTo>
                  <a:lnTo>
                    <a:pt x="82" y="258"/>
                  </a:lnTo>
                  <a:lnTo>
                    <a:pt x="96" y="264"/>
                  </a:lnTo>
                  <a:lnTo>
                    <a:pt x="109" y="269"/>
                  </a:lnTo>
                  <a:lnTo>
                    <a:pt x="124" y="275"/>
                  </a:lnTo>
                  <a:lnTo>
                    <a:pt x="141" y="276"/>
                  </a:lnTo>
                  <a:lnTo>
                    <a:pt x="156" y="278"/>
                  </a:lnTo>
                  <a:lnTo>
                    <a:pt x="156" y="278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9Slide.vn 5">
              <a:extLst>
                <a:ext uri="{FF2B5EF4-FFF2-40B4-BE49-F238E27FC236}">
                  <a16:creationId xmlns:a16="http://schemas.microsoft.com/office/drawing/2014/main" id="{9441EC7C-061E-4558-9FF8-E9B0DA0F8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288" y="533400"/>
              <a:ext cx="8897938" cy="556577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9Slide.vn 6">
              <a:extLst>
                <a:ext uri="{FF2B5EF4-FFF2-40B4-BE49-F238E27FC236}">
                  <a16:creationId xmlns:a16="http://schemas.microsoft.com/office/drawing/2014/main" id="{F4AB6E09-791B-48E7-B2E0-4762432F7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239713"/>
            </a:xfrm>
            <a:custGeom>
              <a:avLst/>
              <a:gdLst>
                <a:gd name="T0" fmla="*/ 7451 w 7451"/>
                <a:gd name="T1" fmla="*/ 0 h 151"/>
                <a:gd name="T2" fmla="*/ 4441 w 7451"/>
                <a:gd name="T3" fmla="*/ 1 h 151"/>
                <a:gd name="T4" fmla="*/ 4381 w 7451"/>
                <a:gd name="T5" fmla="*/ 35 h 151"/>
                <a:gd name="T6" fmla="*/ 3097 w 7451"/>
                <a:gd name="T7" fmla="*/ 35 h 151"/>
                <a:gd name="T8" fmla="*/ 3020 w 7451"/>
                <a:gd name="T9" fmla="*/ 1 h 151"/>
                <a:gd name="T10" fmla="*/ 0 w 7451"/>
                <a:gd name="T11" fmla="*/ 0 h 151"/>
                <a:gd name="T12" fmla="*/ 0 w 7451"/>
                <a:gd name="T13" fmla="*/ 35 h 151"/>
                <a:gd name="T14" fmla="*/ 0 w 7451"/>
                <a:gd name="T15" fmla="*/ 35 h 151"/>
                <a:gd name="T16" fmla="*/ 61 w 7451"/>
                <a:gd name="T17" fmla="*/ 53 h 151"/>
                <a:gd name="T18" fmla="*/ 98 w 7451"/>
                <a:gd name="T19" fmla="*/ 65 h 151"/>
                <a:gd name="T20" fmla="*/ 140 w 7451"/>
                <a:gd name="T21" fmla="*/ 75 h 151"/>
                <a:gd name="T22" fmla="*/ 140 w 7451"/>
                <a:gd name="T23" fmla="*/ 75 h 151"/>
                <a:gd name="T24" fmla="*/ 168 w 7451"/>
                <a:gd name="T25" fmla="*/ 82 h 151"/>
                <a:gd name="T26" fmla="*/ 216 w 7451"/>
                <a:gd name="T27" fmla="*/ 90 h 151"/>
                <a:gd name="T28" fmla="*/ 286 w 7451"/>
                <a:gd name="T29" fmla="*/ 102 h 151"/>
                <a:gd name="T30" fmla="*/ 384 w 7451"/>
                <a:gd name="T31" fmla="*/ 114 h 151"/>
                <a:gd name="T32" fmla="*/ 384 w 7451"/>
                <a:gd name="T33" fmla="*/ 114 h 151"/>
                <a:gd name="T34" fmla="*/ 438 w 7451"/>
                <a:gd name="T35" fmla="*/ 121 h 151"/>
                <a:gd name="T36" fmla="*/ 510 w 7451"/>
                <a:gd name="T37" fmla="*/ 127 h 151"/>
                <a:gd name="T38" fmla="*/ 601 w 7451"/>
                <a:gd name="T39" fmla="*/ 134 h 151"/>
                <a:gd name="T40" fmla="*/ 707 w 7451"/>
                <a:gd name="T41" fmla="*/ 141 h 151"/>
                <a:gd name="T42" fmla="*/ 707 w 7451"/>
                <a:gd name="T43" fmla="*/ 141 h 151"/>
                <a:gd name="T44" fmla="*/ 838 w 7451"/>
                <a:gd name="T45" fmla="*/ 146 h 151"/>
                <a:gd name="T46" fmla="*/ 924 w 7451"/>
                <a:gd name="T47" fmla="*/ 148 h 151"/>
                <a:gd name="T48" fmla="*/ 924 w 7451"/>
                <a:gd name="T49" fmla="*/ 148 h 151"/>
                <a:gd name="T50" fmla="*/ 1195 w 7451"/>
                <a:gd name="T51" fmla="*/ 149 h 151"/>
                <a:gd name="T52" fmla="*/ 1718 w 7451"/>
                <a:gd name="T53" fmla="*/ 151 h 151"/>
                <a:gd name="T54" fmla="*/ 3188 w 7451"/>
                <a:gd name="T55" fmla="*/ 151 h 151"/>
                <a:gd name="T56" fmla="*/ 5479 w 7451"/>
                <a:gd name="T57" fmla="*/ 149 h 151"/>
                <a:gd name="T58" fmla="*/ 5479 w 7451"/>
                <a:gd name="T59" fmla="*/ 149 h 151"/>
                <a:gd name="T60" fmla="*/ 5921 w 7451"/>
                <a:gd name="T61" fmla="*/ 151 h 151"/>
                <a:gd name="T62" fmla="*/ 6244 w 7451"/>
                <a:gd name="T63" fmla="*/ 151 h 151"/>
                <a:gd name="T64" fmla="*/ 6529 w 7451"/>
                <a:gd name="T65" fmla="*/ 148 h 151"/>
                <a:gd name="T66" fmla="*/ 6529 w 7451"/>
                <a:gd name="T67" fmla="*/ 148 h 151"/>
                <a:gd name="T68" fmla="*/ 6613 w 7451"/>
                <a:gd name="T69" fmla="*/ 146 h 151"/>
                <a:gd name="T70" fmla="*/ 6744 w 7451"/>
                <a:gd name="T71" fmla="*/ 141 h 151"/>
                <a:gd name="T72" fmla="*/ 6744 w 7451"/>
                <a:gd name="T73" fmla="*/ 141 h 151"/>
                <a:gd name="T74" fmla="*/ 6852 w 7451"/>
                <a:gd name="T75" fmla="*/ 134 h 151"/>
                <a:gd name="T76" fmla="*/ 6941 w 7451"/>
                <a:gd name="T77" fmla="*/ 127 h 151"/>
                <a:gd name="T78" fmla="*/ 7015 w 7451"/>
                <a:gd name="T79" fmla="*/ 121 h 151"/>
                <a:gd name="T80" fmla="*/ 7069 w 7451"/>
                <a:gd name="T81" fmla="*/ 114 h 151"/>
                <a:gd name="T82" fmla="*/ 7069 w 7451"/>
                <a:gd name="T83" fmla="*/ 114 h 151"/>
                <a:gd name="T84" fmla="*/ 7166 w 7451"/>
                <a:gd name="T85" fmla="*/ 102 h 151"/>
                <a:gd name="T86" fmla="*/ 7237 w 7451"/>
                <a:gd name="T87" fmla="*/ 90 h 151"/>
                <a:gd name="T88" fmla="*/ 7284 w 7451"/>
                <a:gd name="T89" fmla="*/ 82 h 151"/>
                <a:gd name="T90" fmla="*/ 7313 w 7451"/>
                <a:gd name="T91" fmla="*/ 75 h 151"/>
                <a:gd name="T92" fmla="*/ 7313 w 7451"/>
                <a:gd name="T93" fmla="*/ 75 h 151"/>
                <a:gd name="T94" fmla="*/ 7353 w 7451"/>
                <a:gd name="T95" fmla="*/ 65 h 151"/>
                <a:gd name="T96" fmla="*/ 7390 w 7451"/>
                <a:gd name="T97" fmla="*/ 53 h 151"/>
                <a:gd name="T98" fmla="*/ 7451 w 7451"/>
                <a:gd name="T99" fmla="*/ 35 h 151"/>
                <a:gd name="T100" fmla="*/ 7451 w 7451"/>
                <a:gd name="T101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451" h="151">
                  <a:moveTo>
                    <a:pt x="7451" y="0"/>
                  </a:moveTo>
                  <a:lnTo>
                    <a:pt x="4441" y="1"/>
                  </a:lnTo>
                  <a:lnTo>
                    <a:pt x="4381" y="35"/>
                  </a:lnTo>
                  <a:lnTo>
                    <a:pt x="3097" y="35"/>
                  </a:lnTo>
                  <a:lnTo>
                    <a:pt x="3020" y="1"/>
                  </a:lnTo>
                  <a:lnTo>
                    <a:pt x="0" y="0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61" y="53"/>
                  </a:lnTo>
                  <a:lnTo>
                    <a:pt x="98" y="65"/>
                  </a:lnTo>
                  <a:lnTo>
                    <a:pt x="140" y="75"/>
                  </a:lnTo>
                  <a:lnTo>
                    <a:pt x="140" y="75"/>
                  </a:lnTo>
                  <a:lnTo>
                    <a:pt x="168" y="82"/>
                  </a:lnTo>
                  <a:lnTo>
                    <a:pt x="216" y="90"/>
                  </a:lnTo>
                  <a:lnTo>
                    <a:pt x="286" y="102"/>
                  </a:lnTo>
                  <a:lnTo>
                    <a:pt x="384" y="114"/>
                  </a:lnTo>
                  <a:lnTo>
                    <a:pt x="384" y="114"/>
                  </a:lnTo>
                  <a:lnTo>
                    <a:pt x="438" y="121"/>
                  </a:lnTo>
                  <a:lnTo>
                    <a:pt x="510" y="127"/>
                  </a:lnTo>
                  <a:lnTo>
                    <a:pt x="601" y="134"/>
                  </a:lnTo>
                  <a:lnTo>
                    <a:pt x="707" y="141"/>
                  </a:lnTo>
                  <a:lnTo>
                    <a:pt x="707" y="141"/>
                  </a:lnTo>
                  <a:lnTo>
                    <a:pt x="838" y="146"/>
                  </a:lnTo>
                  <a:lnTo>
                    <a:pt x="924" y="148"/>
                  </a:lnTo>
                  <a:lnTo>
                    <a:pt x="924" y="148"/>
                  </a:lnTo>
                  <a:lnTo>
                    <a:pt x="1195" y="149"/>
                  </a:lnTo>
                  <a:lnTo>
                    <a:pt x="1718" y="151"/>
                  </a:lnTo>
                  <a:lnTo>
                    <a:pt x="3188" y="151"/>
                  </a:lnTo>
                  <a:lnTo>
                    <a:pt x="5479" y="149"/>
                  </a:lnTo>
                  <a:lnTo>
                    <a:pt x="5479" y="149"/>
                  </a:lnTo>
                  <a:lnTo>
                    <a:pt x="5921" y="151"/>
                  </a:lnTo>
                  <a:lnTo>
                    <a:pt x="6244" y="151"/>
                  </a:lnTo>
                  <a:lnTo>
                    <a:pt x="6529" y="148"/>
                  </a:lnTo>
                  <a:lnTo>
                    <a:pt x="6529" y="148"/>
                  </a:lnTo>
                  <a:lnTo>
                    <a:pt x="6613" y="146"/>
                  </a:lnTo>
                  <a:lnTo>
                    <a:pt x="6744" y="141"/>
                  </a:lnTo>
                  <a:lnTo>
                    <a:pt x="6744" y="141"/>
                  </a:lnTo>
                  <a:lnTo>
                    <a:pt x="6852" y="134"/>
                  </a:lnTo>
                  <a:lnTo>
                    <a:pt x="6941" y="127"/>
                  </a:lnTo>
                  <a:lnTo>
                    <a:pt x="7015" y="121"/>
                  </a:lnTo>
                  <a:lnTo>
                    <a:pt x="7069" y="114"/>
                  </a:lnTo>
                  <a:lnTo>
                    <a:pt x="7069" y="114"/>
                  </a:lnTo>
                  <a:lnTo>
                    <a:pt x="7166" y="102"/>
                  </a:lnTo>
                  <a:lnTo>
                    <a:pt x="7237" y="90"/>
                  </a:lnTo>
                  <a:lnTo>
                    <a:pt x="7284" y="82"/>
                  </a:lnTo>
                  <a:lnTo>
                    <a:pt x="7313" y="75"/>
                  </a:lnTo>
                  <a:lnTo>
                    <a:pt x="7313" y="75"/>
                  </a:lnTo>
                  <a:lnTo>
                    <a:pt x="7353" y="65"/>
                  </a:lnTo>
                  <a:lnTo>
                    <a:pt x="7390" y="53"/>
                  </a:lnTo>
                  <a:lnTo>
                    <a:pt x="7451" y="35"/>
                  </a:lnTo>
                  <a:lnTo>
                    <a:pt x="7451" y="0"/>
                  </a:lnTo>
                  <a:close/>
                </a:path>
              </a:pathLst>
            </a:custGeom>
            <a:solidFill>
              <a:srgbClr val="A5A6A8"/>
            </a:solidFill>
            <a:ln>
              <a:noFill/>
            </a:ln>
            <a:effectLst>
              <a:innerShdw blurRad="114300">
                <a:prstClr val="black">
                  <a:alpha val="7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2" name="9Slide.vn 7">
              <a:extLst>
                <a:ext uri="{FF2B5EF4-FFF2-40B4-BE49-F238E27FC236}">
                  <a16:creationId xmlns:a16="http://schemas.microsoft.com/office/drawing/2014/main" id="{FF3498DC-8213-4932-9704-8122CCB4C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55563"/>
            </a:xfrm>
            <a:custGeom>
              <a:avLst/>
              <a:gdLst>
                <a:gd name="T0" fmla="*/ 7451 w 7451"/>
                <a:gd name="T1" fmla="*/ 35 h 35"/>
                <a:gd name="T2" fmla="*/ 0 w 7451"/>
                <a:gd name="T3" fmla="*/ 35 h 35"/>
                <a:gd name="T4" fmla="*/ 0 w 7451"/>
                <a:gd name="T5" fmla="*/ 0 h 35"/>
                <a:gd name="T6" fmla="*/ 3020 w 7451"/>
                <a:gd name="T7" fmla="*/ 0 h 35"/>
                <a:gd name="T8" fmla="*/ 3047 w 7451"/>
                <a:gd name="T9" fmla="*/ 18 h 35"/>
                <a:gd name="T10" fmla="*/ 4413 w 7451"/>
                <a:gd name="T11" fmla="*/ 18 h 35"/>
                <a:gd name="T12" fmla="*/ 4441 w 7451"/>
                <a:gd name="T13" fmla="*/ 0 h 35"/>
                <a:gd name="T14" fmla="*/ 7451 w 7451"/>
                <a:gd name="T15" fmla="*/ 0 h 35"/>
                <a:gd name="T16" fmla="*/ 7451 w 7451"/>
                <a:gd name="T17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51" h="35">
                  <a:moveTo>
                    <a:pt x="7451" y="35"/>
                  </a:moveTo>
                  <a:lnTo>
                    <a:pt x="0" y="35"/>
                  </a:lnTo>
                  <a:lnTo>
                    <a:pt x="0" y="0"/>
                  </a:lnTo>
                  <a:lnTo>
                    <a:pt x="3020" y="0"/>
                  </a:lnTo>
                  <a:lnTo>
                    <a:pt x="3047" y="18"/>
                  </a:lnTo>
                  <a:lnTo>
                    <a:pt x="4413" y="18"/>
                  </a:lnTo>
                  <a:lnTo>
                    <a:pt x="4441" y="0"/>
                  </a:lnTo>
                  <a:lnTo>
                    <a:pt x="7451" y="0"/>
                  </a:lnTo>
                  <a:lnTo>
                    <a:pt x="7451" y="35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/>
                </a:gs>
                <a:gs pos="9000">
                  <a:srgbClr val="DFE0E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3" name="9Slide.vn 8">
              <a:extLst>
                <a:ext uri="{FF2B5EF4-FFF2-40B4-BE49-F238E27FC236}">
                  <a16:creationId xmlns:a16="http://schemas.microsoft.com/office/drawing/2014/main" id="{344E556A-A4C9-4D98-B474-D2B99294D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4750" y="6619875"/>
              <a:ext cx="2255838" cy="90488"/>
            </a:xfrm>
            <a:custGeom>
              <a:avLst/>
              <a:gdLst>
                <a:gd name="T0" fmla="*/ 1389 w 1421"/>
                <a:gd name="T1" fmla="*/ 2 h 57"/>
                <a:gd name="T2" fmla="*/ 32 w 1421"/>
                <a:gd name="T3" fmla="*/ 2 h 57"/>
                <a:gd name="T4" fmla="*/ 32 w 1421"/>
                <a:gd name="T5" fmla="*/ 2 h 57"/>
                <a:gd name="T6" fmla="*/ 17 w 1421"/>
                <a:gd name="T7" fmla="*/ 2 h 57"/>
                <a:gd name="T8" fmla="*/ 0 w 1421"/>
                <a:gd name="T9" fmla="*/ 0 h 57"/>
                <a:gd name="T10" fmla="*/ 0 w 1421"/>
                <a:gd name="T11" fmla="*/ 34 h 57"/>
                <a:gd name="T12" fmla="*/ 0 w 1421"/>
                <a:gd name="T13" fmla="*/ 34 h 57"/>
                <a:gd name="T14" fmla="*/ 20 w 1421"/>
                <a:gd name="T15" fmla="*/ 44 h 57"/>
                <a:gd name="T16" fmla="*/ 42 w 1421"/>
                <a:gd name="T17" fmla="*/ 51 h 57"/>
                <a:gd name="T18" fmla="*/ 64 w 1421"/>
                <a:gd name="T19" fmla="*/ 56 h 57"/>
                <a:gd name="T20" fmla="*/ 85 w 1421"/>
                <a:gd name="T21" fmla="*/ 57 h 57"/>
                <a:gd name="T22" fmla="*/ 1337 w 1421"/>
                <a:gd name="T23" fmla="*/ 57 h 57"/>
                <a:gd name="T24" fmla="*/ 1337 w 1421"/>
                <a:gd name="T25" fmla="*/ 57 h 57"/>
                <a:gd name="T26" fmla="*/ 1359 w 1421"/>
                <a:gd name="T27" fmla="*/ 56 h 57"/>
                <a:gd name="T28" fmla="*/ 1381 w 1421"/>
                <a:gd name="T29" fmla="*/ 51 h 57"/>
                <a:gd name="T30" fmla="*/ 1401 w 1421"/>
                <a:gd name="T31" fmla="*/ 44 h 57"/>
                <a:gd name="T32" fmla="*/ 1421 w 1421"/>
                <a:gd name="T33" fmla="*/ 34 h 57"/>
                <a:gd name="T34" fmla="*/ 1421 w 1421"/>
                <a:gd name="T35" fmla="*/ 0 h 57"/>
                <a:gd name="T36" fmla="*/ 1421 w 1421"/>
                <a:gd name="T37" fmla="*/ 0 h 57"/>
                <a:gd name="T38" fmla="*/ 1406 w 1421"/>
                <a:gd name="T39" fmla="*/ 2 h 57"/>
                <a:gd name="T40" fmla="*/ 1389 w 1421"/>
                <a:gd name="T41" fmla="*/ 2 h 57"/>
                <a:gd name="T42" fmla="*/ 1389 w 1421"/>
                <a:gd name="T43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21" h="57">
                  <a:moveTo>
                    <a:pt x="1389" y="2"/>
                  </a:moveTo>
                  <a:lnTo>
                    <a:pt x="32" y="2"/>
                  </a:lnTo>
                  <a:lnTo>
                    <a:pt x="32" y="2"/>
                  </a:lnTo>
                  <a:lnTo>
                    <a:pt x="17" y="2"/>
                  </a:lnTo>
                  <a:lnTo>
                    <a:pt x="0" y="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20" y="44"/>
                  </a:lnTo>
                  <a:lnTo>
                    <a:pt x="42" y="51"/>
                  </a:lnTo>
                  <a:lnTo>
                    <a:pt x="64" y="56"/>
                  </a:lnTo>
                  <a:lnTo>
                    <a:pt x="85" y="57"/>
                  </a:lnTo>
                  <a:lnTo>
                    <a:pt x="1337" y="57"/>
                  </a:lnTo>
                  <a:lnTo>
                    <a:pt x="1337" y="57"/>
                  </a:lnTo>
                  <a:lnTo>
                    <a:pt x="1359" y="56"/>
                  </a:lnTo>
                  <a:lnTo>
                    <a:pt x="1381" y="51"/>
                  </a:lnTo>
                  <a:lnTo>
                    <a:pt x="1401" y="44"/>
                  </a:lnTo>
                  <a:lnTo>
                    <a:pt x="1421" y="34"/>
                  </a:lnTo>
                  <a:lnTo>
                    <a:pt x="1421" y="0"/>
                  </a:lnTo>
                  <a:lnTo>
                    <a:pt x="1421" y="0"/>
                  </a:lnTo>
                  <a:lnTo>
                    <a:pt x="1406" y="2"/>
                  </a:lnTo>
                  <a:lnTo>
                    <a:pt x="1389" y="2"/>
                  </a:lnTo>
                  <a:lnTo>
                    <a:pt x="1389" y="2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>
                    <a:lumMod val="95000"/>
                  </a:srgbClr>
                </a:gs>
                <a:gs pos="9000">
                  <a:srgbClr val="DFE0E1">
                    <a:lumMod val="95000"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6825291" y="1400175"/>
            <a:ext cx="5762625" cy="360045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514349" y="1400175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4348" y="3160711"/>
            <a:ext cx="5153026" cy="1839914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005A496-97A9-F2E6-5A93-82ED29991805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5E9CB3-D945-22DB-F3B1-01E643966ACF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D6A3BA-05EA-D4A6-D520-6A0BBE9ACFC1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1D0D4-C58F-2943-9F96-7367FEA221D7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5313E83-E883-5D3C-7410-B094E1918C1E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D148F3C-F670-4585-6238-F7F73412182A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D5B6593-3DAF-E642-22A3-B33B2E999E01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612E298-D721-FB54-E8B1-308FB365446A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FDE4871-7678-DA84-8689-2F27B59205B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613E948E-49EF-8C4E-0898-E98F72B6A1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25-Jul-25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35A65652-1FC1-56DE-41BF-70B7E3176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695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514349" y="1048131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4348" y="2808667"/>
            <a:ext cx="5153026" cy="228720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B96C117-0DD7-57D2-DF3E-3C0A174E03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3" y="1742120"/>
            <a:ext cx="3453753" cy="3402396"/>
          </a:xfrm>
          <a:prstGeom prst="rect">
            <a:avLst/>
          </a:prstGeom>
        </p:spPr>
      </p:pic>
      <p:pic>
        <p:nvPicPr>
          <p:cNvPr id="20" name="Picture 2" descr="Samsung Mobile Mockup Template Download on Pngtree | Mobile mockup, Samsung  mobile, Samsu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6875" y="657226"/>
            <a:ext cx="4972049" cy="497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8305800" y="1057275"/>
            <a:ext cx="2095500" cy="4038600"/>
          </a:xfrm>
          <a:prstGeom prst="roundRect">
            <a:avLst>
              <a:gd name="adj" fmla="val 4741"/>
            </a:avLst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F5E8B0A-35A9-1D4F-DB19-BE07791E78F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DE1F6B-3A1F-F4AA-B616-B69C903A909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A17A55-6967-1E8F-7303-5303CBD602A3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D4F218F-2B5C-5125-3565-DD9470D67757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5F21373-8291-8606-349F-C9D37F7F42EA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890A1A8-07D6-CC23-110F-A4349C95D83B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4B2C4FA-6364-1259-35B8-B7538FBAB89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298D622-19A9-9C4F-D8B3-A0B8BACFDA92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D19E43-BFD6-BAEA-5172-CB6E311691D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086DB862-383E-AC4E-53C8-05578489E4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25-Jul-25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61406AB-9157-BB66-317E-91FF66767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497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>
            <a:extLst>
              <a:ext uri="{FF2B5EF4-FFF2-40B4-BE49-F238E27FC236}">
                <a16:creationId xmlns:a16="http://schemas.microsoft.com/office/drawing/2014/main" id="{E6F05EB3-1A18-FFAB-87F4-C3B6F94C3D6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943863" y="1011126"/>
            <a:ext cx="3171810" cy="5138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5B58D15-E021-9409-2BF6-38B8662548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3" y="1742120"/>
            <a:ext cx="3453753" cy="3402396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E05A38DB-2EAE-47C8-9F84-174DA202456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4349" y="1048131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472C8C42-C792-4628-B171-1C30DA52BBD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4348" y="2808667"/>
            <a:ext cx="5153026" cy="228720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EFF8FA1-B5A4-2A75-DF61-6155775A60B6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28A97E-3A14-7BF0-D186-C53734F25980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894450-A56F-CB14-56CE-6BAB4A469F50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EDC2765-72E6-0900-A64B-07D9394DE1EE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972BBAE-9F84-4D92-5FC5-6BAC2EBBA3A7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D8EF8C-2CE8-32A2-4893-8A1F462F5979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C64073C-92F4-B219-BB9F-D220B1F1317A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CDC2B2F-DD31-C057-140F-8607950C1220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D099AF-ADE0-F209-43E6-00047303FC9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9D6B138-607A-1698-333D-31B07D850C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25-Jul-25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EC58AAA-3CCF-ABE2-A4E2-6851325D5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13" name="Picture Placeholder 1">
            <a:extLst>
              <a:ext uri="{FF2B5EF4-FFF2-40B4-BE49-F238E27FC236}">
                <a16:creationId xmlns:a16="http://schemas.microsoft.com/office/drawing/2014/main" id="{2E6D52DE-4D97-3181-9440-19E31A6CE81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461702" y="1108334"/>
            <a:ext cx="2131430" cy="4626572"/>
          </a:xfrm>
          <a:custGeom>
            <a:avLst/>
            <a:gdLst>
              <a:gd name="connsiteX0" fmla="*/ 0 w 2111887"/>
              <a:gd name="connsiteY0" fmla="*/ 247217 h 4543425"/>
              <a:gd name="connsiteX1" fmla="*/ 247217 w 2111887"/>
              <a:gd name="connsiteY1" fmla="*/ 0 h 4543425"/>
              <a:gd name="connsiteX2" fmla="*/ 1864670 w 2111887"/>
              <a:gd name="connsiteY2" fmla="*/ 0 h 4543425"/>
              <a:gd name="connsiteX3" fmla="*/ 2111887 w 2111887"/>
              <a:gd name="connsiteY3" fmla="*/ 247217 h 4543425"/>
              <a:gd name="connsiteX4" fmla="*/ 2111887 w 2111887"/>
              <a:gd name="connsiteY4" fmla="*/ 4296208 h 4543425"/>
              <a:gd name="connsiteX5" fmla="*/ 1864670 w 2111887"/>
              <a:gd name="connsiteY5" fmla="*/ 4543425 h 4543425"/>
              <a:gd name="connsiteX6" fmla="*/ 247217 w 2111887"/>
              <a:gd name="connsiteY6" fmla="*/ 4543425 h 4543425"/>
              <a:gd name="connsiteX7" fmla="*/ 0 w 2111887"/>
              <a:gd name="connsiteY7" fmla="*/ 4296208 h 4543425"/>
              <a:gd name="connsiteX8" fmla="*/ 0 w 2111887"/>
              <a:gd name="connsiteY8" fmla="*/ 247217 h 4543425"/>
              <a:gd name="connsiteX0" fmla="*/ 0 w 2111887"/>
              <a:gd name="connsiteY0" fmla="*/ 247221 h 4543429"/>
              <a:gd name="connsiteX1" fmla="*/ 247217 w 2111887"/>
              <a:gd name="connsiteY1" fmla="*/ 4 h 4543429"/>
              <a:gd name="connsiteX2" fmla="*/ 1103287 w 2111887"/>
              <a:gd name="connsiteY2" fmla="*/ 100016 h 4543429"/>
              <a:gd name="connsiteX3" fmla="*/ 1864670 w 2111887"/>
              <a:gd name="connsiteY3" fmla="*/ 4 h 4543429"/>
              <a:gd name="connsiteX4" fmla="*/ 2111887 w 2111887"/>
              <a:gd name="connsiteY4" fmla="*/ 247221 h 4543429"/>
              <a:gd name="connsiteX5" fmla="*/ 2111887 w 2111887"/>
              <a:gd name="connsiteY5" fmla="*/ 4296212 h 4543429"/>
              <a:gd name="connsiteX6" fmla="*/ 1864670 w 2111887"/>
              <a:gd name="connsiteY6" fmla="*/ 4543429 h 4543429"/>
              <a:gd name="connsiteX7" fmla="*/ 247217 w 2111887"/>
              <a:gd name="connsiteY7" fmla="*/ 4543429 h 4543429"/>
              <a:gd name="connsiteX8" fmla="*/ 0 w 2111887"/>
              <a:gd name="connsiteY8" fmla="*/ 4296212 h 4543429"/>
              <a:gd name="connsiteX9" fmla="*/ 0 w 2111887"/>
              <a:gd name="connsiteY9" fmla="*/ 247221 h 4543429"/>
              <a:gd name="connsiteX0" fmla="*/ 0 w 2111887"/>
              <a:gd name="connsiteY0" fmla="*/ 264906 h 4561114"/>
              <a:gd name="connsiteX1" fmla="*/ 247217 w 2111887"/>
              <a:gd name="connsiteY1" fmla="*/ 17689 h 4561114"/>
              <a:gd name="connsiteX2" fmla="*/ 665137 w 2111887"/>
              <a:gd name="connsiteY2" fmla="*/ 22451 h 4561114"/>
              <a:gd name="connsiteX3" fmla="*/ 1103287 w 2111887"/>
              <a:gd name="connsiteY3" fmla="*/ 117701 h 4561114"/>
              <a:gd name="connsiteX4" fmla="*/ 1864670 w 2111887"/>
              <a:gd name="connsiteY4" fmla="*/ 17689 h 4561114"/>
              <a:gd name="connsiteX5" fmla="*/ 2111887 w 2111887"/>
              <a:gd name="connsiteY5" fmla="*/ 264906 h 4561114"/>
              <a:gd name="connsiteX6" fmla="*/ 2111887 w 2111887"/>
              <a:gd name="connsiteY6" fmla="*/ 4313897 h 4561114"/>
              <a:gd name="connsiteX7" fmla="*/ 1864670 w 2111887"/>
              <a:gd name="connsiteY7" fmla="*/ 4561114 h 4561114"/>
              <a:gd name="connsiteX8" fmla="*/ 247217 w 2111887"/>
              <a:gd name="connsiteY8" fmla="*/ 4561114 h 4561114"/>
              <a:gd name="connsiteX9" fmla="*/ 0 w 2111887"/>
              <a:gd name="connsiteY9" fmla="*/ 4313897 h 4561114"/>
              <a:gd name="connsiteX10" fmla="*/ 0 w 2111887"/>
              <a:gd name="connsiteY10" fmla="*/ 264906 h 4561114"/>
              <a:gd name="connsiteX0" fmla="*/ 0 w 2111887"/>
              <a:gd name="connsiteY0" fmla="*/ 269676 h 4565884"/>
              <a:gd name="connsiteX1" fmla="*/ 247217 w 2111887"/>
              <a:gd name="connsiteY1" fmla="*/ 22459 h 4565884"/>
              <a:gd name="connsiteX2" fmla="*/ 612749 w 2111887"/>
              <a:gd name="connsiteY2" fmla="*/ 15315 h 4565884"/>
              <a:gd name="connsiteX3" fmla="*/ 1103287 w 2111887"/>
              <a:gd name="connsiteY3" fmla="*/ 122471 h 4565884"/>
              <a:gd name="connsiteX4" fmla="*/ 1864670 w 2111887"/>
              <a:gd name="connsiteY4" fmla="*/ 22459 h 4565884"/>
              <a:gd name="connsiteX5" fmla="*/ 2111887 w 2111887"/>
              <a:gd name="connsiteY5" fmla="*/ 269676 h 4565884"/>
              <a:gd name="connsiteX6" fmla="*/ 2111887 w 2111887"/>
              <a:gd name="connsiteY6" fmla="*/ 4318667 h 4565884"/>
              <a:gd name="connsiteX7" fmla="*/ 1864670 w 2111887"/>
              <a:gd name="connsiteY7" fmla="*/ 4565884 h 4565884"/>
              <a:gd name="connsiteX8" fmla="*/ 247217 w 2111887"/>
              <a:gd name="connsiteY8" fmla="*/ 4565884 h 4565884"/>
              <a:gd name="connsiteX9" fmla="*/ 0 w 2111887"/>
              <a:gd name="connsiteY9" fmla="*/ 4318667 h 4565884"/>
              <a:gd name="connsiteX10" fmla="*/ 0 w 2111887"/>
              <a:gd name="connsiteY10" fmla="*/ 269676 h 4565884"/>
              <a:gd name="connsiteX0" fmla="*/ 0 w 2111887"/>
              <a:gd name="connsiteY0" fmla="*/ 275247 h 4571455"/>
              <a:gd name="connsiteX1" fmla="*/ 247217 w 2111887"/>
              <a:gd name="connsiteY1" fmla="*/ 18505 h 4571455"/>
              <a:gd name="connsiteX2" fmla="*/ 612749 w 2111887"/>
              <a:gd name="connsiteY2" fmla="*/ 20886 h 4571455"/>
              <a:gd name="connsiteX3" fmla="*/ 1103287 w 2111887"/>
              <a:gd name="connsiteY3" fmla="*/ 128042 h 4571455"/>
              <a:gd name="connsiteX4" fmla="*/ 1864670 w 2111887"/>
              <a:gd name="connsiteY4" fmla="*/ 28030 h 4571455"/>
              <a:gd name="connsiteX5" fmla="*/ 2111887 w 2111887"/>
              <a:gd name="connsiteY5" fmla="*/ 275247 h 4571455"/>
              <a:gd name="connsiteX6" fmla="*/ 2111887 w 2111887"/>
              <a:gd name="connsiteY6" fmla="*/ 4324238 h 4571455"/>
              <a:gd name="connsiteX7" fmla="*/ 1864670 w 2111887"/>
              <a:gd name="connsiteY7" fmla="*/ 4571455 h 4571455"/>
              <a:gd name="connsiteX8" fmla="*/ 247217 w 2111887"/>
              <a:gd name="connsiteY8" fmla="*/ 4571455 h 4571455"/>
              <a:gd name="connsiteX9" fmla="*/ 0 w 2111887"/>
              <a:gd name="connsiteY9" fmla="*/ 4324238 h 4571455"/>
              <a:gd name="connsiteX10" fmla="*/ 0 w 2111887"/>
              <a:gd name="connsiteY10" fmla="*/ 275247 h 4571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1103287 w 2111887"/>
              <a:gd name="connsiteY3" fmla="*/ 121042 h 4564455"/>
              <a:gd name="connsiteX4" fmla="*/ 1864670 w 2111887"/>
              <a:gd name="connsiteY4" fmla="*/ 21030 h 4564455"/>
              <a:gd name="connsiteX5" fmla="*/ 2111887 w 2111887"/>
              <a:gd name="connsiteY5" fmla="*/ 268247 h 4564455"/>
              <a:gd name="connsiteX6" fmla="*/ 2111887 w 2111887"/>
              <a:gd name="connsiteY6" fmla="*/ 4317238 h 4564455"/>
              <a:gd name="connsiteX7" fmla="*/ 1864670 w 2111887"/>
              <a:gd name="connsiteY7" fmla="*/ 4564455 h 4564455"/>
              <a:gd name="connsiteX8" fmla="*/ 247217 w 2111887"/>
              <a:gd name="connsiteY8" fmla="*/ 4564455 h 4564455"/>
              <a:gd name="connsiteX9" fmla="*/ 0 w 2111887"/>
              <a:gd name="connsiteY9" fmla="*/ 4317238 h 4564455"/>
              <a:gd name="connsiteX10" fmla="*/ 0 w 2111887"/>
              <a:gd name="connsiteY10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784200 w 2111887"/>
              <a:gd name="connsiteY3" fmla="*/ 59130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864670 w 2111887"/>
              <a:gd name="connsiteY6" fmla="*/ 21030 h 4564455"/>
              <a:gd name="connsiteX7" fmla="*/ 2111887 w 2111887"/>
              <a:gd name="connsiteY7" fmla="*/ 268247 h 4564455"/>
              <a:gd name="connsiteX8" fmla="*/ 2111887 w 2111887"/>
              <a:gd name="connsiteY8" fmla="*/ 4317238 h 4564455"/>
              <a:gd name="connsiteX9" fmla="*/ 1864670 w 2111887"/>
              <a:gd name="connsiteY9" fmla="*/ 4564455 h 4564455"/>
              <a:gd name="connsiteX10" fmla="*/ 247217 w 2111887"/>
              <a:gd name="connsiteY10" fmla="*/ 4564455 h 4564455"/>
              <a:gd name="connsiteX11" fmla="*/ 0 w 2111887"/>
              <a:gd name="connsiteY11" fmla="*/ 4317238 h 4564455"/>
              <a:gd name="connsiteX12" fmla="*/ 0 w 2111887"/>
              <a:gd name="connsiteY12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600969 w 2111887"/>
              <a:gd name="connsiteY6" fmla="*/ 73418 h 4564455"/>
              <a:gd name="connsiteX7" fmla="*/ 1864670 w 2111887"/>
              <a:gd name="connsiteY7" fmla="*/ 21030 h 4564455"/>
              <a:gd name="connsiteX8" fmla="*/ 2111887 w 2111887"/>
              <a:gd name="connsiteY8" fmla="*/ 268247 h 4564455"/>
              <a:gd name="connsiteX9" fmla="*/ 2111887 w 2111887"/>
              <a:gd name="connsiteY9" fmla="*/ 4317238 h 4564455"/>
              <a:gd name="connsiteX10" fmla="*/ 1864670 w 2111887"/>
              <a:gd name="connsiteY10" fmla="*/ 4564455 h 4564455"/>
              <a:gd name="connsiteX11" fmla="*/ 247217 w 2111887"/>
              <a:gd name="connsiteY11" fmla="*/ 4564455 h 4564455"/>
              <a:gd name="connsiteX12" fmla="*/ 0 w 2111887"/>
              <a:gd name="connsiteY12" fmla="*/ 4317238 h 4564455"/>
              <a:gd name="connsiteX13" fmla="*/ 0 w 2111887"/>
              <a:gd name="connsiteY13" fmla="*/ 268247 h 4564455"/>
              <a:gd name="connsiteX0" fmla="*/ 0 w 2111887"/>
              <a:gd name="connsiteY0" fmla="*/ 271881 h 4568089"/>
              <a:gd name="connsiteX1" fmla="*/ 247217 w 2111887"/>
              <a:gd name="connsiteY1" fmla="*/ 15139 h 4568089"/>
              <a:gd name="connsiteX2" fmla="*/ 612749 w 2111887"/>
              <a:gd name="connsiteY2" fmla="*/ 17520 h 4568089"/>
              <a:gd name="connsiteX3" fmla="*/ 691331 w 2111887"/>
              <a:gd name="connsiteY3" fmla="*/ 105626 h 4568089"/>
              <a:gd name="connsiteX4" fmla="*/ 1103287 w 2111887"/>
              <a:gd name="connsiteY4" fmla="*/ 124676 h 4568089"/>
              <a:gd name="connsiteX5" fmla="*/ 1453331 w 2111887"/>
              <a:gd name="connsiteY5" fmla="*/ 127058 h 4568089"/>
              <a:gd name="connsiteX6" fmla="*/ 1520006 w 2111887"/>
              <a:gd name="connsiteY6" fmla="*/ 12758 h 4568089"/>
              <a:gd name="connsiteX7" fmla="*/ 1864670 w 2111887"/>
              <a:gd name="connsiteY7" fmla="*/ 24664 h 4568089"/>
              <a:gd name="connsiteX8" fmla="*/ 2111887 w 2111887"/>
              <a:gd name="connsiteY8" fmla="*/ 271881 h 4568089"/>
              <a:gd name="connsiteX9" fmla="*/ 2111887 w 2111887"/>
              <a:gd name="connsiteY9" fmla="*/ 4320872 h 4568089"/>
              <a:gd name="connsiteX10" fmla="*/ 1864670 w 2111887"/>
              <a:gd name="connsiteY10" fmla="*/ 4568089 h 4568089"/>
              <a:gd name="connsiteX11" fmla="*/ 247217 w 2111887"/>
              <a:gd name="connsiteY11" fmla="*/ 4568089 h 4568089"/>
              <a:gd name="connsiteX12" fmla="*/ 0 w 2111887"/>
              <a:gd name="connsiteY12" fmla="*/ 4320872 h 4568089"/>
              <a:gd name="connsiteX13" fmla="*/ 0 w 2111887"/>
              <a:gd name="connsiteY13" fmla="*/ 271881 h 4568089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1331 w 2111887"/>
              <a:gd name="connsiteY3" fmla="*/ 106707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3465 h 4569673"/>
              <a:gd name="connsiteX1" fmla="*/ 247217 w 2111887"/>
              <a:gd name="connsiteY1" fmla="*/ 16723 h 4569673"/>
              <a:gd name="connsiteX2" fmla="*/ 579412 w 2111887"/>
              <a:gd name="connsiteY2" fmla="*/ 9580 h 4569673"/>
              <a:gd name="connsiteX3" fmla="*/ 693712 w 2111887"/>
              <a:gd name="connsiteY3" fmla="*/ 119116 h 4569673"/>
              <a:gd name="connsiteX4" fmla="*/ 1055662 w 2111887"/>
              <a:gd name="connsiteY4" fmla="*/ 126260 h 4569673"/>
              <a:gd name="connsiteX5" fmla="*/ 1453331 w 2111887"/>
              <a:gd name="connsiteY5" fmla="*/ 121498 h 4569673"/>
              <a:gd name="connsiteX6" fmla="*/ 1520006 w 2111887"/>
              <a:gd name="connsiteY6" fmla="*/ 14342 h 4569673"/>
              <a:gd name="connsiteX7" fmla="*/ 1888482 w 2111887"/>
              <a:gd name="connsiteY7" fmla="*/ 23867 h 4569673"/>
              <a:gd name="connsiteX8" fmla="*/ 2111887 w 2111887"/>
              <a:gd name="connsiteY8" fmla="*/ 273465 h 4569673"/>
              <a:gd name="connsiteX9" fmla="*/ 2111887 w 2111887"/>
              <a:gd name="connsiteY9" fmla="*/ 4322456 h 4569673"/>
              <a:gd name="connsiteX10" fmla="*/ 1864670 w 2111887"/>
              <a:gd name="connsiteY10" fmla="*/ 4569673 h 4569673"/>
              <a:gd name="connsiteX11" fmla="*/ 247217 w 2111887"/>
              <a:gd name="connsiteY11" fmla="*/ 4569673 h 4569673"/>
              <a:gd name="connsiteX12" fmla="*/ 0 w 2111887"/>
              <a:gd name="connsiteY12" fmla="*/ 4322456 h 4569673"/>
              <a:gd name="connsiteX13" fmla="*/ 0 w 2111887"/>
              <a:gd name="connsiteY13" fmla="*/ 273465 h 4569673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27138 w 2111887"/>
              <a:gd name="connsiteY5" fmla="*/ 124774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5652 h 4571860"/>
              <a:gd name="connsiteX1" fmla="*/ 235311 w 2111887"/>
              <a:gd name="connsiteY1" fmla="*/ 16529 h 4571860"/>
              <a:gd name="connsiteX2" fmla="*/ 579412 w 2111887"/>
              <a:gd name="connsiteY2" fmla="*/ 11767 h 4571860"/>
              <a:gd name="connsiteX3" fmla="*/ 698474 w 2111887"/>
              <a:gd name="connsiteY3" fmla="*/ 123685 h 4571860"/>
              <a:gd name="connsiteX4" fmla="*/ 1055662 w 2111887"/>
              <a:gd name="connsiteY4" fmla="*/ 128447 h 4571860"/>
              <a:gd name="connsiteX5" fmla="*/ 1427138 w 2111887"/>
              <a:gd name="connsiteY5" fmla="*/ 126066 h 4571860"/>
              <a:gd name="connsiteX6" fmla="*/ 1520006 w 2111887"/>
              <a:gd name="connsiteY6" fmla="*/ 11766 h 4571860"/>
              <a:gd name="connsiteX7" fmla="*/ 1888482 w 2111887"/>
              <a:gd name="connsiteY7" fmla="*/ 26054 h 4571860"/>
              <a:gd name="connsiteX8" fmla="*/ 2111887 w 2111887"/>
              <a:gd name="connsiteY8" fmla="*/ 275652 h 4571860"/>
              <a:gd name="connsiteX9" fmla="*/ 2111887 w 2111887"/>
              <a:gd name="connsiteY9" fmla="*/ 4324643 h 4571860"/>
              <a:gd name="connsiteX10" fmla="*/ 1864670 w 2111887"/>
              <a:gd name="connsiteY10" fmla="*/ 4571860 h 4571860"/>
              <a:gd name="connsiteX11" fmla="*/ 247217 w 2111887"/>
              <a:gd name="connsiteY11" fmla="*/ 4571860 h 4571860"/>
              <a:gd name="connsiteX12" fmla="*/ 0 w 2111887"/>
              <a:gd name="connsiteY12" fmla="*/ 4324643 h 4571860"/>
              <a:gd name="connsiteX13" fmla="*/ 0 w 2111887"/>
              <a:gd name="connsiteY13" fmla="*/ 275652 h 4571860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698474 w 2111887"/>
              <a:gd name="connsiteY3" fmla="*/ 125757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762768 w 2111887"/>
              <a:gd name="connsiteY3" fmla="*/ 28126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55662 w 2111887"/>
              <a:gd name="connsiteY4" fmla="*/ 124792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46137 w 2111887"/>
              <a:gd name="connsiteY4" fmla="*/ 15255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272357 w 2111887"/>
              <a:gd name="connsiteY4" fmla="*/ 22398 h 4568205"/>
              <a:gd name="connsiteX5" fmla="*/ 1520006 w 2111887"/>
              <a:gd name="connsiteY5" fmla="*/ 8111 h 4568205"/>
              <a:gd name="connsiteX6" fmla="*/ 1895626 w 2111887"/>
              <a:gd name="connsiteY6" fmla="*/ 17637 h 4568205"/>
              <a:gd name="connsiteX7" fmla="*/ 2111887 w 2111887"/>
              <a:gd name="connsiteY7" fmla="*/ 271997 h 4568205"/>
              <a:gd name="connsiteX8" fmla="*/ 2111887 w 2111887"/>
              <a:gd name="connsiteY8" fmla="*/ 4320988 h 4568205"/>
              <a:gd name="connsiteX9" fmla="*/ 1864670 w 2111887"/>
              <a:gd name="connsiteY9" fmla="*/ 4568205 h 4568205"/>
              <a:gd name="connsiteX10" fmla="*/ 247217 w 2111887"/>
              <a:gd name="connsiteY10" fmla="*/ 4568205 h 4568205"/>
              <a:gd name="connsiteX11" fmla="*/ 0 w 2111887"/>
              <a:gd name="connsiteY11" fmla="*/ 4320988 h 4568205"/>
              <a:gd name="connsiteX12" fmla="*/ 0 w 2111887"/>
              <a:gd name="connsiteY12" fmla="*/ 271997 h 4568205"/>
              <a:gd name="connsiteX0" fmla="*/ 0 w 2111887"/>
              <a:gd name="connsiteY0" fmla="*/ 275715 h 4571923"/>
              <a:gd name="connsiteX1" fmla="*/ 235311 w 2111887"/>
              <a:gd name="connsiteY1" fmla="*/ 16592 h 4571923"/>
              <a:gd name="connsiteX2" fmla="*/ 762768 w 2111887"/>
              <a:gd name="connsiteY2" fmla="*/ 26117 h 4571923"/>
              <a:gd name="connsiteX3" fmla="*/ 1272357 w 2111887"/>
              <a:gd name="connsiteY3" fmla="*/ 26116 h 4571923"/>
              <a:gd name="connsiteX4" fmla="*/ 1520006 w 2111887"/>
              <a:gd name="connsiteY4" fmla="*/ 11829 h 4571923"/>
              <a:gd name="connsiteX5" fmla="*/ 1895626 w 2111887"/>
              <a:gd name="connsiteY5" fmla="*/ 21355 h 4571923"/>
              <a:gd name="connsiteX6" fmla="*/ 2111887 w 2111887"/>
              <a:gd name="connsiteY6" fmla="*/ 275715 h 4571923"/>
              <a:gd name="connsiteX7" fmla="*/ 2111887 w 2111887"/>
              <a:gd name="connsiteY7" fmla="*/ 4324706 h 4571923"/>
              <a:gd name="connsiteX8" fmla="*/ 1864670 w 2111887"/>
              <a:gd name="connsiteY8" fmla="*/ 4571923 h 4571923"/>
              <a:gd name="connsiteX9" fmla="*/ 247217 w 2111887"/>
              <a:gd name="connsiteY9" fmla="*/ 4571923 h 4571923"/>
              <a:gd name="connsiteX10" fmla="*/ 0 w 2111887"/>
              <a:gd name="connsiteY10" fmla="*/ 4324706 h 4571923"/>
              <a:gd name="connsiteX11" fmla="*/ 0 w 2111887"/>
              <a:gd name="connsiteY11" fmla="*/ 275715 h 4571923"/>
              <a:gd name="connsiteX0" fmla="*/ 0 w 2111887"/>
              <a:gd name="connsiteY0" fmla="*/ 275289 h 4571497"/>
              <a:gd name="connsiteX1" fmla="*/ 235311 w 2111887"/>
              <a:gd name="connsiteY1" fmla="*/ 16166 h 4571497"/>
              <a:gd name="connsiteX2" fmla="*/ 1272357 w 2111887"/>
              <a:gd name="connsiteY2" fmla="*/ 25690 h 4571497"/>
              <a:gd name="connsiteX3" fmla="*/ 1520006 w 2111887"/>
              <a:gd name="connsiteY3" fmla="*/ 11403 h 4571497"/>
              <a:gd name="connsiteX4" fmla="*/ 1895626 w 2111887"/>
              <a:gd name="connsiteY4" fmla="*/ 20929 h 4571497"/>
              <a:gd name="connsiteX5" fmla="*/ 2111887 w 2111887"/>
              <a:gd name="connsiteY5" fmla="*/ 275289 h 4571497"/>
              <a:gd name="connsiteX6" fmla="*/ 2111887 w 2111887"/>
              <a:gd name="connsiteY6" fmla="*/ 4324280 h 4571497"/>
              <a:gd name="connsiteX7" fmla="*/ 1864670 w 2111887"/>
              <a:gd name="connsiteY7" fmla="*/ 4571497 h 4571497"/>
              <a:gd name="connsiteX8" fmla="*/ 247217 w 2111887"/>
              <a:gd name="connsiteY8" fmla="*/ 4571497 h 4571497"/>
              <a:gd name="connsiteX9" fmla="*/ 0 w 2111887"/>
              <a:gd name="connsiteY9" fmla="*/ 4324280 h 4571497"/>
              <a:gd name="connsiteX10" fmla="*/ 0 w 2111887"/>
              <a:gd name="connsiteY10" fmla="*/ 275289 h 4571497"/>
              <a:gd name="connsiteX0" fmla="*/ 0 w 2111887"/>
              <a:gd name="connsiteY0" fmla="*/ 280184 h 4576392"/>
              <a:gd name="connsiteX1" fmla="*/ 235311 w 2111887"/>
              <a:gd name="connsiteY1" fmla="*/ 21061 h 4576392"/>
              <a:gd name="connsiteX2" fmla="*/ 1520006 w 2111887"/>
              <a:gd name="connsiteY2" fmla="*/ 16298 h 4576392"/>
              <a:gd name="connsiteX3" fmla="*/ 1895626 w 2111887"/>
              <a:gd name="connsiteY3" fmla="*/ 25824 h 4576392"/>
              <a:gd name="connsiteX4" fmla="*/ 2111887 w 2111887"/>
              <a:gd name="connsiteY4" fmla="*/ 280184 h 4576392"/>
              <a:gd name="connsiteX5" fmla="*/ 2111887 w 2111887"/>
              <a:gd name="connsiteY5" fmla="*/ 4329175 h 4576392"/>
              <a:gd name="connsiteX6" fmla="*/ 1864670 w 2111887"/>
              <a:gd name="connsiteY6" fmla="*/ 4576392 h 4576392"/>
              <a:gd name="connsiteX7" fmla="*/ 247217 w 2111887"/>
              <a:gd name="connsiteY7" fmla="*/ 4576392 h 4576392"/>
              <a:gd name="connsiteX8" fmla="*/ 0 w 2111887"/>
              <a:gd name="connsiteY8" fmla="*/ 4329175 h 4576392"/>
              <a:gd name="connsiteX9" fmla="*/ 0 w 2111887"/>
              <a:gd name="connsiteY9" fmla="*/ 280184 h 4576392"/>
              <a:gd name="connsiteX0" fmla="*/ 0 w 2111887"/>
              <a:gd name="connsiteY0" fmla="*/ 288917 h 4585125"/>
              <a:gd name="connsiteX1" fmla="*/ 235311 w 2111887"/>
              <a:gd name="connsiteY1" fmla="*/ 29794 h 4585125"/>
              <a:gd name="connsiteX2" fmla="*/ 1895626 w 2111887"/>
              <a:gd name="connsiteY2" fmla="*/ 34557 h 4585125"/>
              <a:gd name="connsiteX3" fmla="*/ 2111887 w 2111887"/>
              <a:gd name="connsiteY3" fmla="*/ 288917 h 4585125"/>
              <a:gd name="connsiteX4" fmla="*/ 2111887 w 2111887"/>
              <a:gd name="connsiteY4" fmla="*/ 4337908 h 4585125"/>
              <a:gd name="connsiteX5" fmla="*/ 1864670 w 2111887"/>
              <a:gd name="connsiteY5" fmla="*/ 4585125 h 4585125"/>
              <a:gd name="connsiteX6" fmla="*/ 247217 w 2111887"/>
              <a:gd name="connsiteY6" fmla="*/ 4585125 h 4585125"/>
              <a:gd name="connsiteX7" fmla="*/ 0 w 2111887"/>
              <a:gd name="connsiteY7" fmla="*/ 4337908 h 4585125"/>
              <a:gd name="connsiteX8" fmla="*/ 0 w 2111887"/>
              <a:gd name="connsiteY8" fmla="*/ 288917 h 4585125"/>
              <a:gd name="connsiteX0" fmla="*/ 0 w 2111887"/>
              <a:gd name="connsiteY0" fmla="*/ 316063 h 4612271"/>
              <a:gd name="connsiteX1" fmla="*/ 235311 w 2111887"/>
              <a:gd name="connsiteY1" fmla="*/ 56940 h 4612271"/>
              <a:gd name="connsiteX2" fmla="*/ 1888483 w 2111887"/>
              <a:gd name="connsiteY2" fmla="*/ 18841 h 4612271"/>
              <a:gd name="connsiteX3" fmla="*/ 2111887 w 2111887"/>
              <a:gd name="connsiteY3" fmla="*/ 316063 h 4612271"/>
              <a:gd name="connsiteX4" fmla="*/ 2111887 w 2111887"/>
              <a:gd name="connsiteY4" fmla="*/ 4365054 h 4612271"/>
              <a:gd name="connsiteX5" fmla="*/ 1864670 w 2111887"/>
              <a:gd name="connsiteY5" fmla="*/ 4612271 h 4612271"/>
              <a:gd name="connsiteX6" fmla="*/ 247217 w 2111887"/>
              <a:gd name="connsiteY6" fmla="*/ 4612271 h 4612271"/>
              <a:gd name="connsiteX7" fmla="*/ 0 w 2111887"/>
              <a:gd name="connsiteY7" fmla="*/ 4365054 h 4612271"/>
              <a:gd name="connsiteX8" fmla="*/ 0 w 2111887"/>
              <a:gd name="connsiteY8" fmla="*/ 316063 h 4612271"/>
              <a:gd name="connsiteX0" fmla="*/ 0 w 2111887"/>
              <a:gd name="connsiteY0" fmla="*/ 327050 h 4623258"/>
              <a:gd name="connsiteX1" fmla="*/ 223404 w 2111887"/>
              <a:gd name="connsiteY1" fmla="*/ 34589 h 4623258"/>
              <a:gd name="connsiteX2" fmla="*/ 1888483 w 2111887"/>
              <a:gd name="connsiteY2" fmla="*/ 29828 h 4623258"/>
              <a:gd name="connsiteX3" fmla="*/ 2111887 w 2111887"/>
              <a:gd name="connsiteY3" fmla="*/ 327050 h 4623258"/>
              <a:gd name="connsiteX4" fmla="*/ 2111887 w 2111887"/>
              <a:gd name="connsiteY4" fmla="*/ 4376041 h 4623258"/>
              <a:gd name="connsiteX5" fmla="*/ 1864670 w 2111887"/>
              <a:gd name="connsiteY5" fmla="*/ 4623258 h 4623258"/>
              <a:gd name="connsiteX6" fmla="*/ 247217 w 2111887"/>
              <a:gd name="connsiteY6" fmla="*/ 4623258 h 4623258"/>
              <a:gd name="connsiteX7" fmla="*/ 0 w 2111887"/>
              <a:gd name="connsiteY7" fmla="*/ 4376041 h 4623258"/>
              <a:gd name="connsiteX8" fmla="*/ 0 w 2111887"/>
              <a:gd name="connsiteY8" fmla="*/ 327050 h 4623258"/>
              <a:gd name="connsiteX0" fmla="*/ 0 w 2111887"/>
              <a:gd name="connsiteY0" fmla="*/ 318359 h 4614567"/>
              <a:gd name="connsiteX1" fmla="*/ 223404 w 2111887"/>
              <a:gd name="connsiteY1" fmla="*/ 25898 h 4614567"/>
              <a:gd name="connsiteX2" fmla="*/ 1888483 w 2111887"/>
              <a:gd name="connsiteY2" fmla="*/ 21137 h 4614567"/>
              <a:gd name="connsiteX3" fmla="*/ 2111887 w 2111887"/>
              <a:gd name="connsiteY3" fmla="*/ 318359 h 4614567"/>
              <a:gd name="connsiteX4" fmla="*/ 2111887 w 2111887"/>
              <a:gd name="connsiteY4" fmla="*/ 4367350 h 4614567"/>
              <a:gd name="connsiteX5" fmla="*/ 1864670 w 2111887"/>
              <a:gd name="connsiteY5" fmla="*/ 4614567 h 4614567"/>
              <a:gd name="connsiteX6" fmla="*/ 247217 w 2111887"/>
              <a:gd name="connsiteY6" fmla="*/ 4614567 h 4614567"/>
              <a:gd name="connsiteX7" fmla="*/ 0 w 2111887"/>
              <a:gd name="connsiteY7" fmla="*/ 4367350 h 4614567"/>
              <a:gd name="connsiteX8" fmla="*/ 0 w 2111887"/>
              <a:gd name="connsiteY8" fmla="*/ 318359 h 4614567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9031"/>
              <a:gd name="connsiteY0" fmla="*/ 292265 h 4605141"/>
              <a:gd name="connsiteX1" fmla="*/ 230548 w 2119031"/>
              <a:gd name="connsiteY1" fmla="*/ 16472 h 4605141"/>
              <a:gd name="connsiteX2" fmla="*/ 1895627 w 2119031"/>
              <a:gd name="connsiteY2" fmla="*/ 11711 h 4605141"/>
              <a:gd name="connsiteX3" fmla="*/ 2119031 w 2119031"/>
              <a:gd name="connsiteY3" fmla="*/ 308933 h 4605141"/>
              <a:gd name="connsiteX4" fmla="*/ 2119031 w 2119031"/>
              <a:gd name="connsiteY4" fmla="*/ 4357924 h 4605141"/>
              <a:gd name="connsiteX5" fmla="*/ 1871814 w 2119031"/>
              <a:gd name="connsiteY5" fmla="*/ 4605141 h 4605141"/>
              <a:gd name="connsiteX6" fmla="*/ 254361 w 2119031"/>
              <a:gd name="connsiteY6" fmla="*/ 4605141 h 4605141"/>
              <a:gd name="connsiteX7" fmla="*/ 7144 w 2119031"/>
              <a:gd name="connsiteY7" fmla="*/ 4357924 h 4605141"/>
              <a:gd name="connsiteX8" fmla="*/ 0 w 2119031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19031 w 2128556"/>
              <a:gd name="connsiteY4" fmla="*/ 4357924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28556 w 2128556"/>
              <a:gd name="connsiteY4" fmla="*/ 4360305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0514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2419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2874 w 2131430"/>
              <a:gd name="connsiteY0" fmla="*/ 292265 h 4626572"/>
              <a:gd name="connsiteX1" fmla="*/ 233422 w 2131430"/>
              <a:gd name="connsiteY1" fmla="*/ 16472 h 4626572"/>
              <a:gd name="connsiteX2" fmla="*/ 1898501 w 2131430"/>
              <a:gd name="connsiteY2" fmla="*/ 11711 h 4626572"/>
              <a:gd name="connsiteX3" fmla="*/ 2131430 w 2131430"/>
              <a:gd name="connsiteY3" fmla="*/ 297027 h 4626572"/>
              <a:gd name="connsiteX4" fmla="*/ 2131430 w 2131430"/>
              <a:gd name="connsiteY4" fmla="*/ 4360305 h 4626572"/>
              <a:gd name="connsiteX5" fmla="*/ 1869925 w 2131430"/>
              <a:gd name="connsiteY5" fmla="*/ 4626572 h 4626572"/>
              <a:gd name="connsiteX6" fmla="*/ 257235 w 2131430"/>
              <a:gd name="connsiteY6" fmla="*/ 4624191 h 4626572"/>
              <a:gd name="connsiteX7" fmla="*/ 493 w 2131430"/>
              <a:gd name="connsiteY7" fmla="*/ 4357924 h 4626572"/>
              <a:gd name="connsiteX8" fmla="*/ 2874 w 2131430"/>
              <a:gd name="connsiteY8" fmla="*/ 292265 h 462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1430" h="4626572">
                <a:moveTo>
                  <a:pt x="2874" y="292265"/>
                </a:moveTo>
                <a:cubicBezTo>
                  <a:pt x="2874" y="155731"/>
                  <a:pt x="101650" y="18853"/>
                  <a:pt x="233422" y="16472"/>
                </a:cubicBezTo>
                <a:cubicBezTo>
                  <a:pt x="556504" y="2654"/>
                  <a:pt x="1580975" y="-10045"/>
                  <a:pt x="1898501" y="11711"/>
                </a:cubicBezTo>
                <a:cubicBezTo>
                  <a:pt x="2042179" y="21236"/>
                  <a:pt x="2131430" y="160493"/>
                  <a:pt x="2131430" y="297027"/>
                </a:cubicBezTo>
                <a:lnTo>
                  <a:pt x="2131430" y="4360305"/>
                </a:lnTo>
                <a:cubicBezTo>
                  <a:pt x="2131430" y="4496839"/>
                  <a:pt x="2006459" y="4626572"/>
                  <a:pt x="1869925" y="4626572"/>
                </a:cubicBezTo>
                <a:lnTo>
                  <a:pt x="257235" y="4624191"/>
                </a:lnTo>
                <a:cubicBezTo>
                  <a:pt x="120701" y="4624191"/>
                  <a:pt x="493" y="4494458"/>
                  <a:pt x="493" y="4357924"/>
                </a:cubicBezTo>
                <a:cubicBezTo>
                  <a:pt x="-1888" y="3002704"/>
                  <a:pt x="5255" y="1647485"/>
                  <a:pt x="2874" y="29226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sp>
        <p:nvSpPr>
          <p:cNvPr id="15" name="Picture Placeholder 1">
            <a:extLst>
              <a:ext uri="{FF2B5EF4-FFF2-40B4-BE49-F238E27FC236}">
                <a16:creationId xmlns:a16="http://schemas.microsoft.com/office/drawing/2014/main" id="{88786B7F-DEAA-9BB7-8BD3-B3780EB61BC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255760" y="1200818"/>
            <a:ext cx="534445" cy="155541"/>
          </a:xfrm>
          <a:custGeom>
            <a:avLst/>
            <a:gdLst>
              <a:gd name="connsiteX0" fmla="*/ 0 w 2111887"/>
              <a:gd name="connsiteY0" fmla="*/ 247217 h 4543425"/>
              <a:gd name="connsiteX1" fmla="*/ 247217 w 2111887"/>
              <a:gd name="connsiteY1" fmla="*/ 0 h 4543425"/>
              <a:gd name="connsiteX2" fmla="*/ 1864670 w 2111887"/>
              <a:gd name="connsiteY2" fmla="*/ 0 h 4543425"/>
              <a:gd name="connsiteX3" fmla="*/ 2111887 w 2111887"/>
              <a:gd name="connsiteY3" fmla="*/ 247217 h 4543425"/>
              <a:gd name="connsiteX4" fmla="*/ 2111887 w 2111887"/>
              <a:gd name="connsiteY4" fmla="*/ 4296208 h 4543425"/>
              <a:gd name="connsiteX5" fmla="*/ 1864670 w 2111887"/>
              <a:gd name="connsiteY5" fmla="*/ 4543425 h 4543425"/>
              <a:gd name="connsiteX6" fmla="*/ 247217 w 2111887"/>
              <a:gd name="connsiteY6" fmla="*/ 4543425 h 4543425"/>
              <a:gd name="connsiteX7" fmla="*/ 0 w 2111887"/>
              <a:gd name="connsiteY7" fmla="*/ 4296208 h 4543425"/>
              <a:gd name="connsiteX8" fmla="*/ 0 w 2111887"/>
              <a:gd name="connsiteY8" fmla="*/ 247217 h 4543425"/>
              <a:gd name="connsiteX0" fmla="*/ 0 w 2111887"/>
              <a:gd name="connsiteY0" fmla="*/ 247221 h 4543429"/>
              <a:gd name="connsiteX1" fmla="*/ 247217 w 2111887"/>
              <a:gd name="connsiteY1" fmla="*/ 4 h 4543429"/>
              <a:gd name="connsiteX2" fmla="*/ 1103287 w 2111887"/>
              <a:gd name="connsiteY2" fmla="*/ 100016 h 4543429"/>
              <a:gd name="connsiteX3" fmla="*/ 1864670 w 2111887"/>
              <a:gd name="connsiteY3" fmla="*/ 4 h 4543429"/>
              <a:gd name="connsiteX4" fmla="*/ 2111887 w 2111887"/>
              <a:gd name="connsiteY4" fmla="*/ 247221 h 4543429"/>
              <a:gd name="connsiteX5" fmla="*/ 2111887 w 2111887"/>
              <a:gd name="connsiteY5" fmla="*/ 4296212 h 4543429"/>
              <a:gd name="connsiteX6" fmla="*/ 1864670 w 2111887"/>
              <a:gd name="connsiteY6" fmla="*/ 4543429 h 4543429"/>
              <a:gd name="connsiteX7" fmla="*/ 247217 w 2111887"/>
              <a:gd name="connsiteY7" fmla="*/ 4543429 h 4543429"/>
              <a:gd name="connsiteX8" fmla="*/ 0 w 2111887"/>
              <a:gd name="connsiteY8" fmla="*/ 4296212 h 4543429"/>
              <a:gd name="connsiteX9" fmla="*/ 0 w 2111887"/>
              <a:gd name="connsiteY9" fmla="*/ 247221 h 4543429"/>
              <a:gd name="connsiteX0" fmla="*/ 0 w 2111887"/>
              <a:gd name="connsiteY0" fmla="*/ 264906 h 4561114"/>
              <a:gd name="connsiteX1" fmla="*/ 247217 w 2111887"/>
              <a:gd name="connsiteY1" fmla="*/ 17689 h 4561114"/>
              <a:gd name="connsiteX2" fmla="*/ 665137 w 2111887"/>
              <a:gd name="connsiteY2" fmla="*/ 22451 h 4561114"/>
              <a:gd name="connsiteX3" fmla="*/ 1103287 w 2111887"/>
              <a:gd name="connsiteY3" fmla="*/ 117701 h 4561114"/>
              <a:gd name="connsiteX4" fmla="*/ 1864670 w 2111887"/>
              <a:gd name="connsiteY4" fmla="*/ 17689 h 4561114"/>
              <a:gd name="connsiteX5" fmla="*/ 2111887 w 2111887"/>
              <a:gd name="connsiteY5" fmla="*/ 264906 h 4561114"/>
              <a:gd name="connsiteX6" fmla="*/ 2111887 w 2111887"/>
              <a:gd name="connsiteY6" fmla="*/ 4313897 h 4561114"/>
              <a:gd name="connsiteX7" fmla="*/ 1864670 w 2111887"/>
              <a:gd name="connsiteY7" fmla="*/ 4561114 h 4561114"/>
              <a:gd name="connsiteX8" fmla="*/ 247217 w 2111887"/>
              <a:gd name="connsiteY8" fmla="*/ 4561114 h 4561114"/>
              <a:gd name="connsiteX9" fmla="*/ 0 w 2111887"/>
              <a:gd name="connsiteY9" fmla="*/ 4313897 h 4561114"/>
              <a:gd name="connsiteX10" fmla="*/ 0 w 2111887"/>
              <a:gd name="connsiteY10" fmla="*/ 264906 h 4561114"/>
              <a:gd name="connsiteX0" fmla="*/ 0 w 2111887"/>
              <a:gd name="connsiteY0" fmla="*/ 269676 h 4565884"/>
              <a:gd name="connsiteX1" fmla="*/ 247217 w 2111887"/>
              <a:gd name="connsiteY1" fmla="*/ 22459 h 4565884"/>
              <a:gd name="connsiteX2" fmla="*/ 612749 w 2111887"/>
              <a:gd name="connsiteY2" fmla="*/ 15315 h 4565884"/>
              <a:gd name="connsiteX3" fmla="*/ 1103287 w 2111887"/>
              <a:gd name="connsiteY3" fmla="*/ 122471 h 4565884"/>
              <a:gd name="connsiteX4" fmla="*/ 1864670 w 2111887"/>
              <a:gd name="connsiteY4" fmla="*/ 22459 h 4565884"/>
              <a:gd name="connsiteX5" fmla="*/ 2111887 w 2111887"/>
              <a:gd name="connsiteY5" fmla="*/ 269676 h 4565884"/>
              <a:gd name="connsiteX6" fmla="*/ 2111887 w 2111887"/>
              <a:gd name="connsiteY6" fmla="*/ 4318667 h 4565884"/>
              <a:gd name="connsiteX7" fmla="*/ 1864670 w 2111887"/>
              <a:gd name="connsiteY7" fmla="*/ 4565884 h 4565884"/>
              <a:gd name="connsiteX8" fmla="*/ 247217 w 2111887"/>
              <a:gd name="connsiteY8" fmla="*/ 4565884 h 4565884"/>
              <a:gd name="connsiteX9" fmla="*/ 0 w 2111887"/>
              <a:gd name="connsiteY9" fmla="*/ 4318667 h 4565884"/>
              <a:gd name="connsiteX10" fmla="*/ 0 w 2111887"/>
              <a:gd name="connsiteY10" fmla="*/ 269676 h 4565884"/>
              <a:gd name="connsiteX0" fmla="*/ 0 w 2111887"/>
              <a:gd name="connsiteY0" fmla="*/ 275247 h 4571455"/>
              <a:gd name="connsiteX1" fmla="*/ 247217 w 2111887"/>
              <a:gd name="connsiteY1" fmla="*/ 18505 h 4571455"/>
              <a:gd name="connsiteX2" fmla="*/ 612749 w 2111887"/>
              <a:gd name="connsiteY2" fmla="*/ 20886 h 4571455"/>
              <a:gd name="connsiteX3" fmla="*/ 1103287 w 2111887"/>
              <a:gd name="connsiteY3" fmla="*/ 128042 h 4571455"/>
              <a:gd name="connsiteX4" fmla="*/ 1864670 w 2111887"/>
              <a:gd name="connsiteY4" fmla="*/ 28030 h 4571455"/>
              <a:gd name="connsiteX5" fmla="*/ 2111887 w 2111887"/>
              <a:gd name="connsiteY5" fmla="*/ 275247 h 4571455"/>
              <a:gd name="connsiteX6" fmla="*/ 2111887 w 2111887"/>
              <a:gd name="connsiteY6" fmla="*/ 4324238 h 4571455"/>
              <a:gd name="connsiteX7" fmla="*/ 1864670 w 2111887"/>
              <a:gd name="connsiteY7" fmla="*/ 4571455 h 4571455"/>
              <a:gd name="connsiteX8" fmla="*/ 247217 w 2111887"/>
              <a:gd name="connsiteY8" fmla="*/ 4571455 h 4571455"/>
              <a:gd name="connsiteX9" fmla="*/ 0 w 2111887"/>
              <a:gd name="connsiteY9" fmla="*/ 4324238 h 4571455"/>
              <a:gd name="connsiteX10" fmla="*/ 0 w 2111887"/>
              <a:gd name="connsiteY10" fmla="*/ 275247 h 4571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1103287 w 2111887"/>
              <a:gd name="connsiteY3" fmla="*/ 121042 h 4564455"/>
              <a:gd name="connsiteX4" fmla="*/ 1864670 w 2111887"/>
              <a:gd name="connsiteY4" fmla="*/ 21030 h 4564455"/>
              <a:gd name="connsiteX5" fmla="*/ 2111887 w 2111887"/>
              <a:gd name="connsiteY5" fmla="*/ 268247 h 4564455"/>
              <a:gd name="connsiteX6" fmla="*/ 2111887 w 2111887"/>
              <a:gd name="connsiteY6" fmla="*/ 4317238 h 4564455"/>
              <a:gd name="connsiteX7" fmla="*/ 1864670 w 2111887"/>
              <a:gd name="connsiteY7" fmla="*/ 4564455 h 4564455"/>
              <a:gd name="connsiteX8" fmla="*/ 247217 w 2111887"/>
              <a:gd name="connsiteY8" fmla="*/ 4564455 h 4564455"/>
              <a:gd name="connsiteX9" fmla="*/ 0 w 2111887"/>
              <a:gd name="connsiteY9" fmla="*/ 4317238 h 4564455"/>
              <a:gd name="connsiteX10" fmla="*/ 0 w 2111887"/>
              <a:gd name="connsiteY10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784200 w 2111887"/>
              <a:gd name="connsiteY3" fmla="*/ 59130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864670 w 2111887"/>
              <a:gd name="connsiteY6" fmla="*/ 21030 h 4564455"/>
              <a:gd name="connsiteX7" fmla="*/ 2111887 w 2111887"/>
              <a:gd name="connsiteY7" fmla="*/ 268247 h 4564455"/>
              <a:gd name="connsiteX8" fmla="*/ 2111887 w 2111887"/>
              <a:gd name="connsiteY8" fmla="*/ 4317238 h 4564455"/>
              <a:gd name="connsiteX9" fmla="*/ 1864670 w 2111887"/>
              <a:gd name="connsiteY9" fmla="*/ 4564455 h 4564455"/>
              <a:gd name="connsiteX10" fmla="*/ 247217 w 2111887"/>
              <a:gd name="connsiteY10" fmla="*/ 4564455 h 4564455"/>
              <a:gd name="connsiteX11" fmla="*/ 0 w 2111887"/>
              <a:gd name="connsiteY11" fmla="*/ 4317238 h 4564455"/>
              <a:gd name="connsiteX12" fmla="*/ 0 w 2111887"/>
              <a:gd name="connsiteY12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600969 w 2111887"/>
              <a:gd name="connsiteY6" fmla="*/ 73418 h 4564455"/>
              <a:gd name="connsiteX7" fmla="*/ 1864670 w 2111887"/>
              <a:gd name="connsiteY7" fmla="*/ 21030 h 4564455"/>
              <a:gd name="connsiteX8" fmla="*/ 2111887 w 2111887"/>
              <a:gd name="connsiteY8" fmla="*/ 268247 h 4564455"/>
              <a:gd name="connsiteX9" fmla="*/ 2111887 w 2111887"/>
              <a:gd name="connsiteY9" fmla="*/ 4317238 h 4564455"/>
              <a:gd name="connsiteX10" fmla="*/ 1864670 w 2111887"/>
              <a:gd name="connsiteY10" fmla="*/ 4564455 h 4564455"/>
              <a:gd name="connsiteX11" fmla="*/ 247217 w 2111887"/>
              <a:gd name="connsiteY11" fmla="*/ 4564455 h 4564455"/>
              <a:gd name="connsiteX12" fmla="*/ 0 w 2111887"/>
              <a:gd name="connsiteY12" fmla="*/ 4317238 h 4564455"/>
              <a:gd name="connsiteX13" fmla="*/ 0 w 2111887"/>
              <a:gd name="connsiteY13" fmla="*/ 268247 h 4564455"/>
              <a:gd name="connsiteX0" fmla="*/ 0 w 2111887"/>
              <a:gd name="connsiteY0" fmla="*/ 271881 h 4568089"/>
              <a:gd name="connsiteX1" fmla="*/ 247217 w 2111887"/>
              <a:gd name="connsiteY1" fmla="*/ 15139 h 4568089"/>
              <a:gd name="connsiteX2" fmla="*/ 612749 w 2111887"/>
              <a:gd name="connsiteY2" fmla="*/ 17520 h 4568089"/>
              <a:gd name="connsiteX3" fmla="*/ 691331 w 2111887"/>
              <a:gd name="connsiteY3" fmla="*/ 105626 h 4568089"/>
              <a:gd name="connsiteX4" fmla="*/ 1103287 w 2111887"/>
              <a:gd name="connsiteY4" fmla="*/ 124676 h 4568089"/>
              <a:gd name="connsiteX5" fmla="*/ 1453331 w 2111887"/>
              <a:gd name="connsiteY5" fmla="*/ 127058 h 4568089"/>
              <a:gd name="connsiteX6" fmla="*/ 1520006 w 2111887"/>
              <a:gd name="connsiteY6" fmla="*/ 12758 h 4568089"/>
              <a:gd name="connsiteX7" fmla="*/ 1864670 w 2111887"/>
              <a:gd name="connsiteY7" fmla="*/ 24664 h 4568089"/>
              <a:gd name="connsiteX8" fmla="*/ 2111887 w 2111887"/>
              <a:gd name="connsiteY8" fmla="*/ 271881 h 4568089"/>
              <a:gd name="connsiteX9" fmla="*/ 2111887 w 2111887"/>
              <a:gd name="connsiteY9" fmla="*/ 4320872 h 4568089"/>
              <a:gd name="connsiteX10" fmla="*/ 1864670 w 2111887"/>
              <a:gd name="connsiteY10" fmla="*/ 4568089 h 4568089"/>
              <a:gd name="connsiteX11" fmla="*/ 247217 w 2111887"/>
              <a:gd name="connsiteY11" fmla="*/ 4568089 h 4568089"/>
              <a:gd name="connsiteX12" fmla="*/ 0 w 2111887"/>
              <a:gd name="connsiteY12" fmla="*/ 4320872 h 4568089"/>
              <a:gd name="connsiteX13" fmla="*/ 0 w 2111887"/>
              <a:gd name="connsiteY13" fmla="*/ 271881 h 4568089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1331 w 2111887"/>
              <a:gd name="connsiteY3" fmla="*/ 106707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3465 h 4569673"/>
              <a:gd name="connsiteX1" fmla="*/ 247217 w 2111887"/>
              <a:gd name="connsiteY1" fmla="*/ 16723 h 4569673"/>
              <a:gd name="connsiteX2" fmla="*/ 579412 w 2111887"/>
              <a:gd name="connsiteY2" fmla="*/ 9580 h 4569673"/>
              <a:gd name="connsiteX3" fmla="*/ 693712 w 2111887"/>
              <a:gd name="connsiteY3" fmla="*/ 119116 h 4569673"/>
              <a:gd name="connsiteX4" fmla="*/ 1055662 w 2111887"/>
              <a:gd name="connsiteY4" fmla="*/ 126260 h 4569673"/>
              <a:gd name="connsiteX5" fmla="*/ 1453331 w 2111887"/>
              <a:gd name="connsiteY5" fmla="*/ 121498 h 4569673"/>
              <a:gd name="connsiteX6" fmla="*/ 1520006 w 2111887"/>
              <a:gd name="connsiteY6" fmla="*/ 14342 h 4569673"/>
              <a:gd name="connsiteX7" fmla="*/ 1888482 w 2111887"/>
              <a:gd name="connsiteY7" fmla="*/ 23867 h 4569673"/>
              <a:gd name="connsiteX8" fmla="*/ 2111887 w 2111887"/>
              <a:gd name="connsiteY8" fmla="*/ 273465 h 4569673"/>
              <a:gd name="connsiteX9" fmla="*/ 2111887 w 2111887"/>
              <a:gd name="connsiteY9" fmla="*/ 4322456 h 4569673"/>
              <a:gd name="connsiteX10" fmla="*/ 1864670 w 2111887"/>
              <a:gd name="connsiteY10" fmla="*/ 4569673 h 4569673"/>
              <a:gd name="connsiteX11" fmla="*/ 247217 w 2111887"/>
              <a:gd name="connsiteY11" fmla="*/ 4569673 h 4569673"/>
              <a:gd name="connsiteX12" fmla="*/ 0 w 2111887"/>
              <a:gd name="connsiteY12" fmla="*/ 4322456 h 4569673"/>
              <a:gd name="connsiteX13" fmla="*/ 0 w 2111887"/>
              <a:gd name="connsiteY13" fmla="*/ 273465 h 4569673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27138 w 2111887"/>
              <a:gd name="connsiteY5" fmla="*/ 124774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5652 h 4571860"/>
              <a:gd name="connsiteX1" fmla="*/ 235311 w 2111887"/>
              <a:gd name="connsiteY1" fmla="*/ 16529 h 4571860"/>
              <a:gd name="connsiteX2" fmla="*/ 579412 w 2111887"/>
              <a:gd name="connsiteY2" fmla="*/ 11767 h 4571860"/>
              <a:gd name="connsiteX3" fmla="*/ 698474 w 2111887"/>
              <a:gd name="connsiteY3" fmla="*/ 123685 h 4571860"/>
              <a:gd name="connsiteX4" fmla="*/ 1055662 w 2111887"/>
              <a:gd name="connsiteY4" fmla="*/ 128447 h 4571860"/>
              <a:gd name="connsiteX5" fmla="*/ 1427138 w 2111887"/>
              <a:gd name="connsiteY5" fmla="*/ 126066 h 4571860"/>
              <a:gd name="connsiteX6" fmla="*/ 1520006 w 2111887"/>
              <a:gd name="connsiteY6" fmla="*/ 11766 h 4571860"/>
              <a:gd name="connsiteX7" fmla="*/ 1888482 w 2111887"/>
              <a:gd name="connsiteY7" fmla="*/ 26054 h 4571860"/>
              <a:gd name="connsiteX8" fmla="*/ 2111887 w 2111887"/>
              <a:gd name="connsiteY8" fmla="*/ 275652 h 4571860"/>
              <a:gd name="connsiteX9" fmla="*/ 2111887 w 2111887"/>
              <a:gd name="connsiteY9" fmla="*/ 4324643 h 4571860"/>
              <a:gd name="connsiteX10" fmla="*/ 1864670 w 2111887"/>
              <a:gd name="connsiteY10" fmla="*/ 4571860 h 4571860"/>
              <a:gd name="connsiteX11" fmla="*/ 247217 w 2111887"/>
              <a:gd name="connsiteY11" fmla="*/ 4571860 h 4571860"/>
              <a:gd name="connsiteX12" fmla="*/ 0 w 2111887"/>
              <a:gd name="connsiteY12" fmla="*/ 4324643 h 4571860"/>
              <a:gd name="connsiteX13" fmla="*/ 0 w 2111887"/>
              <a:gd name="connsiteY13" fmla="*/ 275652 h 4571860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698474 w 2111887"/>
              <a:gd name="connsiteY3" fmla="*/ 125757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762768 w 2111887"/>
              <a:gd name="connsiteY3" fmla="*/ 28126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55662 w 2111887"/>
              <a:gd name="connsiteY4" fmla="*/ 124792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46137 w 2111887"/>
              <a:gd name="connsiteY4" fmla="*/ 15255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272357 w 2111887"/>
              <a:gd name="connsiteY4" fmla="*/ 22398 h 4568205"/>
              <a:gd name="connsiteX5" fmla="*/ 1520006 w 2111887"/>
              <a:gd name="connsiteY5" fmla="*/ 8111 h 4568205"/>
              <a:gd name="connsiteX6" fmla="*/ 1895626 w 2111887"/>
              <a:gd name="connsiteY6" fmla="*/ 17637 h 4568205"/>
              <a:gd name="connsiteX7" fmla="*/ 2111887 w 2111887"/>
              <a:gd name="connsiteY7" fmla="*/ 271997 h 4568205"/>
              <a:gd name="connsiteX8" fmla="*/ 2111887 w 2111887"/>
              <a:gd name="connsiteY8" fmla="*/ 4320988 h 4568205"/>
              <a:gd name="connsiteX9" fmla="*/ 1864670 w 2111887"/>
              <a:gd name="connsiteY9" fmla="*/ 4568205 h 4568205"/>
              <a:gd name="connsiteX10" fmla="*/ 247217 w 2111887"/>
              <a:gd name="connsiteY10" fmla="*/ 4568205 h 4568205"/>
              <a:gd name="connsiteX11" fmla="*/ 0 w 2111887"/>
              <a:gd name="connsiteY11" fmla="*/ 4320988 h 4568205"/>
              <a:gd name="connsiteX12" fmla="*/ 0 w 2111887"/>
              <a:gd name="connsiteY12" fmla="*/ 271997 h 4568205"/>
              <a:gd name="connsiteX0" fmla="*/ 0 w 2111887"/>
              <a:gd name="connsiteY0" fmla="*/ 275715 h 4571923"/>
              <a:gd name="connsiteX1" fmla="*/ 235311 w 2111887"/>
              <a:gd name="connsiteY1" fmla="*/ 16592 h 4571923"/>
              <a:gd name="connsiteX2" fmla="*/ 762768 w 2111887"/>
              <a:gd name="connsiteY2" fmla="*/ 26117 h 4571923"/>
              <a:gd name="connsiteX3" fmla="*/ 1272357 w 2111887"/>
              <a:gd name="connsiteY3" fmla="*/ 26116 h 4571923"/>
              <a:gd name="connsiteX4" fmla="*/ 1520006 w 2111887"/>
              <a:gd name="connsiteY4" fmla="*/ 11829 h 4571923"/>
              <a:gd name="connsiteX5" fmla="*/ 1895626 w 2111887"/>
              <a:gd name="connsiteY5" fmla="*/ 21355 h 4571923"/>
              <a:gd name="connsiteX6" fmla="*/ 2111887 w 2111887"/>
              <a:gd name="connsiteY6" fmla="*/ 275715 h 4571923"/>
              <a:gd name="connsiteX7" fmla="*/ 2111887 w 2111887"/>
              <a:gd name="connsiteY7" fmla="*/ 4324706 h 4571923"/>
              <a:gd name="connsiteX8" fmla="*/ 1864670 w 2111887"/>
              <a:gd name="connsiteY8" fmla="*/ 4571923 h 4571923"/>
              <a:gd name="connsiteX9" fmla="*/ 247217 w 2111887"/>
              <a:gd name="connsiteY9" fmla="*/ 4571923 h 4571923"/>
              <a:gd name="connsiteX10" fmla="*/ 0 w 2111887"/>
              <a:gd name="connsiteY10" fmla="*/ 4324706 h 4571923"/>
              <a:gd name="connsiteX11" fmla="*/ 0 w 2111887"/>
              <a:gd name="connsiteY11" fmla="*/ 275715 h 4571923"/>
              <a:gd name="connsiteX0" fmla="*/ 0 w 2111887"/>
              <a:gd name="connsiteY0" fmla="*/ 275289 h 4571497"/>
              <a:gd name="connsiteX1" fmla="*/ 235311 w 2111887"/>
              <a:gd name="connsiteY1" fmla="*/ 16166 h 4571497"/>
              <a:gd name="connsiteX2" fmla="*/ 1272357 w 2111887"/>
              <a:gd name="connsiteY2" fmla="*/ 25690 h 4571497"/>
              <a:gd name="connsiteX3" fmla="*/ 1520006 w 2111887"/>
              <a:gd name="connsiteY3" fmla="*/ 11403 h 4571497"/>
              <a:gd name="connsiteX4" fmla="*/ 1895626 w 2111887"/>
              <a:gd name="connsiteY4" fmla="*/ 20929 h 4571497"/>
              <a:gd name="connsiteX5" fmla="*/ 2111887 w 2111887"/>
              <a:gd name="connsiteY5" fmla="*/ 275289 h 4571497"/>
              <a:gd name="connsiteX6" fmla="*/ 2111887 w 2111887"/>
              <a:gd name="connsiteY6" fmla="*/ 4324280 h 4571497"/>
              <a:gd name="connsiteX7" fmla="*/ 1864670 w 2111887"/>
              <a:gd name="connsiteY7" fmla="*/ 4571497 h 4571497"/>
              <a:gd name="connsiteX8" fmla="*/ 247217 w 2111887"/>
              <a:gd name="connsiteY8" fmla="*/ 4571497 h 4571497"/>
              <a:gd name="connsiteX9" fmla="*/ 0 w 2111887"/>
              <a:gd name="connsiteY9" fmla="*/ 4324280 h 4571497"/>
              <a:gd name="connsiteX10" fmla="*/ 0 w 2111887"/>
              <a:gd name="connsiteY10" fmla="*/ 275289 h 4571497"/>
              <a:gd name="connsiteX0" fmla="*/ 0 w 2111887"/>
              <a:gd name="connsiteY0" fmla="*/ 280184 h 4576392"/>
              <a:gd name="connsiteX1" fmla="*/ 235311 w 2111887"/>
              <a:gd name="connsiteY1" fmla="*/ 21061 h 4576392"/>
              <a:gd name="connsiteX2" fmla="*/ 1520006 w 2111887"/>
              <a:gd name="connsiteY2" fmla="*/ 16298 h 4576392"/>
              <a:gd name="connsiteX3" fmla="*/ 1895626 w 2111887"/>
              <a:gd name="connsiteY3" fmla="*/ 25824 h 4576392"/>
              <a:gd name="connsiteX4" fmla="*/ 2111887 w 2111887"/>
              <a:gd name="connsiteY4" fmla="*/ 280184 h 4576392"/>
              <a:gd name="connsiteX5" fmla="*/ 2111887 w 2111887"/>
              <a:gd name="connsiteY5" fmla="*/ 4329175 h 4576392"/>
              <a:gd name="connsiteX6" fmla="*/ 1864670 w 2111887"/>
              <a:gd name="connsiteY6" fmla="*/ 4576392 h 4576392"/>
              <a:gd name="connsiteX7" fmla="*/ 247217 w 2111887"/>
              <a:gd name="connsiteY7" fmla="*/ 4576392 h 4576392"/>
              <a:gd name="connsiteX8" fmla="*/ 0 w 2111887"/>
              <a:gd name="connsiteY8" fmla="*/ 4329175 h 4576392"/>
              <a:gd name="connsiteX9" fmla="*/ 0 w 2111887"/>
              <a:gd name="connsiteY9" fmla="*/ 280184 h 4576392"/>
              <a:gd name="connsiteX0" fmla="*/ 0 w 2111887"/>
              <a:gd name="connsiteY0" fmla="*/ 288917 h 4585125"/>
              <a:gd name="connsiteX1" fmla="*/ 235311 w 2111887"/>
              <a:gd name="connsiteY1" fmla="*/ 29794 h 4585125"/>
              <a:gd name="connsiteX2" fmla="*/ 1895626 w 2111887"/>
              <a:gd name="connsiteY2" fmla="*/ 34557 h 4585125"/>
              <a:gd name="connsiteX3" fmla="*/ 2111887 w 2111887"/>
              <a:gd name="connsiteY3" fmla="*/ 288917 h 4585125"/>
              <a:gd name="connsiteX4" fmla="*/ 2111887 w 2111887"/>
              <a:gd name="connsiteY4" fmla="*/ 4337908 h 4585125"/>
              <a:gd name="connsiteX5" fmla="*/ 1864670 w 2111887"/>
              <a:gd name="connsiteY5" fmla="*/ 4585125 h 4585125"/>
              <a:gd name="connsiteX6" fmla="*/ 247217 w 2111887"/>
              <a:gd name="connsiteY6" fmla="*/ 4585125 h 4585125"/>
              <a:gd name="connsiteX7" fmla="*/ 0 w 2111887"/>
              <a:gd name="connsiteY7" fmla="*/ 4337908 h 4585125"/>
              <a:gd name="connsiteX8" fmla="*/ 0 w 2111887"/>
              <a:gd name="connsiteY8" fmla="*/ 288917 h 4585125"/>
              <a:gd name="connsiteX0" fmla="*/ 0 w 2111887"/>
              <a:gd name="connsiteY0" fmla="*/ 316063 h 4612271"/>
              <a:gd name="connsiteX1" fmla="*/ 235311 w 2111887"/>
              <a:gd name="connsiteY1" fmla="*/ 56940 h 4612271"/>
              <a:gd name="connsiteX2" fmla="*/ 1888483 w 2111887"/>
              <a:gd name="connsiteY2" fmla="*/ 18841 h 4612271"/>
              <a:gd name="connsiteX3" fmla="*/ 2111887 w 2111887"/>
              <a:gd name="connsiteY3" fmla="*/ 316063 h 4612271"/>
              <a:gd name="connsiteX4" fmla="*/ 2111887 w 2111887"/>
              <a:gd name="connsiteY4" fmla="*/ 4365054 h 4612271"/>
              <a:gd name="connsiteX5" fmla="*/ 1864670 w 2111887"/>
              <a:gd name="connsiteY5" fmla="*/ 4612271 h 4612271"/>
              <a:gd name="connsiteX6" fmla="*/ 247217 w 2111887"/>
              <a:gd name="connsiteY6" fmla="*/ 4612271 h 4612271"/>
              <a:gd name="connsiteX7" fmla="*/ 0 w 2111887"/>
              <a:gd name="connsiteY7" fmla="*/ 4365054 h 4612271"/>
              <a:gd name="connsiteX8" fmla="*/ 0 w 2111887"/>
              <a:gd name="connsiteY8" fmla="*/ 316063 h 4612271"/>
              <a:gd name="connsiteX0" fmla="*/ 0 w 2111887"/>
              <a:gd name="connsiteY0" fmla="*/ 327050 h 4623258"/>
              <a:gd name="connsiteX1" fmla="*/ 223404 w 2111887"/>
              <a:gd name="connsiteY1" fmla="*/ 34589 h 4623258"/>
              <a:gd name="connsiteX2" fmla="*/ 1888483 w 2111887"/>
              <a:gd name="connsiteY2" fmla="*/ 29828 h 4623258"/>
              <a:gd name="connsiteX3" fmla="*/ 2111887 w 2111887"/>
              <a:gd name="connsiteY3" fmla="*/ 327050 h 4623258"/>
              <a:gd name="connsiteX4" fmla="*/ 2111887 w 2111887"/>
              <a:gd name="connsiteY4" fmla="*/ 4376041 h 4623258"/>
              <a:gd name="connsiteX5" fmla="*/ 1864670 w 2111887"/>
              <a:gd name="connsiteY5" fmla="*/ 4623258 h 4623258"/>
              <a:gd name="connsiteX6" fmla="*/ 247217 w 2111887"/>
              <a:gd name="connsiteY6" fmla="*/ 4623258 h 4623258"/>
              <a:gd name="connsiteX7" fmla="*/ 0 w 2111887"/>
              <a:gd name="connsiteY7" fmla="*/ 4376041 h 4623258"/>
              <a:gd name="connsiteX8" fmla="*/ 0 w 2111887"/>
              <a:gd name="connsiteY8" fmla="*/ 327050 h 4623258"/>
              <a:gd name="connsiteX0" fmla="*/ 0 w 2111887"/>
              <a:gd name="connsiteY0" fmla="*/ 318359 h 4614567"/>
              <a:gd name="connsiteX1" fmla="*/ 223404 w 2111887"/>
              <a:gd name="connsiteY1" fmla="*/ 25898 h 4614567"/>
              <a:gd name="connsiteX2" fmla="*/ 1888483 w 2111887"/>
              <a:gd name="connsiteY2" fmla="*/ 21137 h 4614567"/>
              <a:gd name="connsiteX3" fmla="*/ 2111887 w 2111887"/>
              <a:gd name="connsiteY3" fmla="*/ 318359 h 4614567"/>
              <a:gd name="connsiteX4" fmla="*/ 2111887 w 2111887"/>
              <a:gd name="connsiteY4" fmla="*/ 4367350 h 4614567"/>
              <a:gd name="connsiteX5" fmla="*/ 1864670 w 2111887"/>
              <a:gd name="connsiteY5" fmla="*/ 4614567 h 4614567"/>
              <a:gd name="connsiteX6" fmla="*/ 247217 w 2111887"/>
              <a:gd name="connsiteY6" fmla="*/ 4614567 h 4614567"/>
              <a:gd name="connsiteX7" fmla="*/ 0 w 2111887"/>
              <a:gd name="connsiteY7" fmla="*/ 4367350 h 4614567"/>
              <a:gd name="connsiteX8" fmla="*/ 0 w 2111887"/>
              <a:gd name="connsiteY8" fmla="*/ 318359 h 4614567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9031"/>
              <a:gd name="connsiteY0" fmla="*/ 292265 h 4605141"/>
              <a:gd name="connsiteX1" fmla="*/ 230548 w 2119031"/>
              <a:gd name="connsiteY1" fmla="*/ 16472 h 4605141"/>
              <a:gd name="connsiteX2" fmla="*/ 1895627 w 2119031"/>
              <a:gd name="connsiteY2" fmla="*/ 11711 h 4605141"/>
              <a:gd name="connsiteX3" fmla="*/ 2119031 w 2119031"/>
              <a:gd name="connsiteY3" fmla="*/ 308933 h 4605141"/>
              <a:gd name="connsiteX4" fmla="*/ 2119031 w 2119031"/>
              <a:gd name="connsiteY4" fmla="*/ 4357924 h 4605141"/>
              <a:gd name="connsiteX5" fmla="*/ 1871814 w 2119031"/>
              <a:gd name="connsiteY5" fmla="*/ 4605141 h 4605141"/>
              <a:gd name="connsiteX6" fmla="*/ 254361 w 2119031"/>
              <a:gd name="connsiteY6" fmla="*/ 4605141 h 4605141"/>
              <a:gd name="connsiteX7" fmla="*/ 7144 w 2119031"/>
              <a:gd name="connsiteY7" fmla="*/ 4357924 h 4605141"/>
              <a:gd name="connsiteX8" fmla="*/ 0 w 2119031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19031 w 2128556"/>
              <a:gd name="connsiteY4" fmla="*/ 4357924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28556 w 2128556"/>
              <a:gd name="connsiteY4" fmla="*/ 4360305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0514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2419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2874 w 2131430"/>
              <a:gd name="connsiteY0" fmla="*/ 292265 h 4626572"/>
              <a:gd name="connsiteX1" fmla="*/ 233422 w 2131430"/>
              <a:gd name="connsiteY1" fmla="*/ 16472 h 4626572"/>
              <a:gd name="connsiteX2" fmla="*/ 1898501 w 2131430"/>
              <a:gd name="connsiteY2" fmla="*/ 11711 h 4626572"/>
              <a:gd name="connsiteX3" fmla="*/ 2131430 w 2131430"/>
              <a:gd name="connsiteY3" fmla="*/ 297027 h 4626572"/>
              <a:gd name="connsiteX4" fmla="*/ 2131430 w 2131430"/>
              <a:gd name="connsiteY4" fmla="*/ 4360305 h 4626572"/>
              <a:gd name="connsiteX5" fmla="*/ 1869925 w 2131430"/>
              <a:gd name="connsiteY5" fmla="*/ 4626572 h 4626572"/>
              <a:gd name="connsiteX6" fmla="*/ 257235 w 2131430"/>
              <a:gd name="connsiteY6" fmla="*/ 4624191 h 4626572"/>
              <a:gd name="connsiteX7" fmla="*/ 493 w 2131430"/>
              <a:gd name="connsiteY7" fmla="*/ 4357924 h 4626572"/>
              <a:gd name="connsiteX8" fmla="*/ 2874 w 2131430"/>
              <a:gd name="connsiteY8" fmla="*/ 292265 h 462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1430" h="4626572">
                <a:moveTo>
                  <a:pt x="2874" y="292265"/>
                </a:moveTo>
                <a:cubicBezTo>
                  <a:pt x="2874" y="155731"/>
                  <a:pt x="101650" y="18853"/>
                  <a:pt x="233422" y="16472"/>
                </a:cubicBezTo>
                <a:cubicBezTo>
                  <a:pt x="556504" y="2654"/>
                  <a:pt x="1580975" y="-10045"/>
                  <a:pt x="1898501" y="11711"/>
                </a:cubicBezTo>
                <a:cubicBezTo>
                  <a:pt x="2042179" y="21236"/>
                  <a:pt x="2131430" y="160493"/>
                  <a:pt x="2131430" y="297027"/>
                </a:cubicBezTo>
                <a:lnTo>
                  <a:pt x="2131430" y="4360305"/>
                </a:lnTo>
                <a:cubicBezTo>
                  <a:pt x="2131430" y="4496839"/>
                  <a:pt x="2006459" y="4626572"/>
                  <a:pt x="1869925" y="4626572"/>
                </a:cubicBezTo>
                <a:lnTo>
                  <a:pt x="257235" y="4624191"/>
                </a:lnTo>
                <a:cubicBezTo>
                  <a:pt x="120701" y="4624191"/>
                  <a:pt x="493" y="4494458"/>
                  <a:pt x="493" y="4357924"/>
                </a:cubicBezTo>
                <a:cubicBezTo>
                  <a:pt x="-1888" y="3002704"/>
                  <a:pt x="5255" y="1647485"/>
                  <a:pt x="2874" y="292265"/>
                </a:cubicBez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3630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fld id="{00D1CE85-AA59-46D7-98F4-301D80B40614}" type="datetimeFigureOut">
              <a:rPr lang="en-US" smtClean="0"/>
              <a:pPr/>
              <a:t>25-Jul-25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fld id="{B9B05A01-6F48-4D1A-BEA9-613C8F70D2D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704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80" r:id="rId2"/>
    <p:sldLayoutId id="2147483679" r:id="rId3"/>
    <p:sldLayoutId id="2147483652" r:id="rId4"/>
    <p:sldLayoutId id="2147483653" r:id="rId5"/>
    <p:sldLayoutId id="2147483654" r:id="rId6"/>
    <p:sldLayoutId id="2147483677" r:id="rId7"/>
    <p:sldLayoutId id="2147483655" r:id="rId8"/>
    <p:sldLayoutId id="2147483656" r:id="rId9"/>
    <p:sldLayoutId id="2147483657" r:id="rId10"/>
    <p:sldLayoutId id="2147483678" r:id="rId11"/>
    <p:sldLayoutId id="2147483658" r:id="rId12"/>
    <p:sldLayoutId id="2147483659" r:id="rId13"/>
    <p:sldLayoutId id="2147483660" r:id="rId14"/>
    <p:sldLayoutId id="2147483661" r:id="rId15"/>
    <p:sldLayoutId id="2147483663" r:id="rId16"/>
    <p:sldLayoutId id="2147483666" r:id="rId17"/>
    <p:sldLayoutId id="2147483674" r:id="rId18"/>
    <p:sldLayoutId id="2147483673" r:id="rId19"/>
    <p:sldLayoutId id="2147483675" r:id="rId20"/>
    <p:sldLayoutId id="2147483676" r:id="rId21"/>
    <p:sldLayoutId id="2147483664" r:id="rId22"/>
    <p:sldLayoutId id="2147483665" r:id="rId23"/>
    <p:sldLayoutId id="2147483667" r:id="rId24"/>
    <p:sldLayoutId id="2147483668" r:id="rId25"/>
    <p:sldLayoutId id="2147483669" r:id="rId26"/>
    <p:sldLayoutId id="2147483670" r:id="rId27"/>
    <p:sldLayoutId id="2147483671" r:id="rId28"/>
    <p:sldLayoutId id="2147483672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K2D" panose="00000500000000000000" pitchFamily="2" charset="-3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D1C1C9E-0E39-64E2-9C38-BA63E23E89BD}"/>
              </a:ext>
            </a:extLst>
          </p:cNvPr>
          <p:cNvSpPr txBox="1">
            <a:spLocks/>
          </p:cNvSpPr>
          <p:nvPr/>
        </p:nvSpPr>
        <p:spPr>
          <a:xfrm>
            <a:off x="7863506" y="4108308"/>
            <a:ext cx="3984172" cy="24935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 baseline="0">
                <a:solidFill>
                  <a:schemeClr val="bg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Readex Pro" pitchFamily="2" charset="-78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Readex Pro" pitchFamily="2" charset="-78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b="0" i="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Readex Pro" pitchFamily="2" charset="-78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b="0" i="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Readex Pro" pitchFamily="2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SINH VIÊN THỰC HIỆN:</a:t>
            </a:r>
          </a:p>
          <a:p>
            <a:pPr algn="l"/>
            <a:r>
              <a:rPr lang="en-US"/>
              <a:t>Nguyễn </a:t>
            </a:r>
            <a:r>
              <a:rPr lang="en-US" dirty="0"/>
              <a:t>Hoàng </a:t>
            </a:r>
            <a:r>
              <a:rPr lang="en-US" dirty="0" err="1"/>
              <a:t>Khải</a:t>
            </a:r>
            <a:r>
              <a:rPr lang="en-US" dirty="0"/>
              <a:t> B2308304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3A3047FD-E5D8-8FC6-2DFB-2162EE284812}"/>
              </a:ext>
            </a:extLst>
          </p:cNvPr>
          <p:cNvSpPr txBox="1">
            <a:spLocks/>
          </p:cNvSpPr>
          <p:nvPr/>
        </p:nvSpPr>
        <p:spPr>
          <a:xfrm>
            <a:off x="4555219" y="4436591"/>
            <a:ext cx="3081562" cy="4857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 baseline="0">
                <a:solidFill>
                  <a:schemeClr val="bg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Readex Pro" pitchFamily="2" charset="-78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Readex Pro" pitchFamily="2" charset="-78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b="0" i="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Readex Pro" pitchFamily="2" charset="-78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b="0" i="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Readex Pro" pitchFamily="2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2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3FE88A5-3FC3-429F-9B35-5553C2BB2ADF}"/>
              </a:ext>
            </a:extLst>
          </p:cNvPr>
          <p:cNvSpPr txBox="1">
            <a:spLocks/>
          </p:cNvSpPr>
          <p:nvPr/>
        </p:nvSpPr>
        <p:spPr>
          <a:xfrm>
            <a:off x="493143" y="1748383"/>
            <a:ext cx="11205713" cy="1577541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 fontScale="92500" lnSpcReduction="20000"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bg1"/>
                </a:solidFill>
                <a:latin typeface="K2D" panose="00000500000000000000" pitchFamily="2" charset="-34"/>
                <a:ea typeface="+mj-ea"/>
                <a:cs typeface="K2D" panose="00000500000000000000" pitchFamily="2" charset="-34"/>
              </a:defRPr>
            </a:lvl1pPr>
          </a:lstStyle>
          <a:p>
            <a:r>
              <a:rPr lang="en-US" sz="4000"/>
              <a:t>BÁO CÁO ĐỒ ÁN </a:t>
            </a:r>
            <a:br>
              <a:rPr lang="en-US" sz="4000"/>
            </a:br>
            <a:r>
              <a:rPr lang="vi-VN" sz="4000"/>
              <a:t>Lập trình hướng đối tượng</a:t>
            </a:r>
          </a:p>
          <a:p>
            <a:r>
              <a:rPr lang="vi-VN" sz="4000"/>
              <a:t>KC263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B2CBA493-4A9E-0B8F-239F-D548189DAC69}"/>
              </a:ext>
            </a:extLst>
          </p:cNvPr>
          <p:cNvSpPr txBox="1">
            <a:spLocks/>
          </p:cNvSpPr>
          <p:nvPr/>
        </p:nvSpPr>
        <p:spPr>
          <a:xfrm>
            <a:off x="211494" y="3325924"/>
            <a:ext cx="11980506" cy="103061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 baseline="0">
                <a:solidFill>
                  <a:schemeClr val="bg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ĐỀ TÀI: MẠCH DỊCH PHẢI 4 BIT DÙNG FF-D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349445A-E436-9D51-96F7-AD9B44359C95}"/>
              </a:ext>
            </a:extLst>
          </p:cNvPr>
          <p:cNvSpPr txBox="1">
            <a:spLocks/>
          </p:cNvSpPr>
          <p:nvPr/>
        </p:nvSpPr>
        <p:spPr>
          <a:xfrm>
            <a:off x="344322" y="4108308"/>
            <a:ext cx="4113247" cy="14616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 baseline="0">
                <a:solidFill>
                  <a:schemeClr val="bg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Readex Pro" pitchFamily="2" charset="-78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Readex Pro" pitchFamily="2" charset="-78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b="0" i="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Readex Pro" pitchFamily="2" charset="-78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b="0" i="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Readex Pro" pitchFamily="2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/>
              <a:t>GIẢNG VIÊN HƯỚNG DẪN:</a:t>
            </a:r>
          </a:p>
          <a:p>
            <a:pPr algn="l"/>
            <a:r>
              <a:rPr lang="en-US"/>
              <a:t>TS.Trương Phong Tuyên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877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B3A4D-EB59-4245-BACF-15AE3A78B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84065"/>
            <a:ext cx="12029090" cy="3490572"/>
          </a:xfrm>
        </p:spPr>
        <p:txBody>
          <a:bodyPr>
            <a:normAutofit/>
          </a:bodyPr>
          <a:lstStyle/>
          <a:p>
            <a:r>
              <a:rPr lang="en-US"/>
              <a:t>- </a:t>
            </a:r>
            <a:r>
              <a:rPr lang="vi-VN"/>
              <a:t>Mô phỏng hoạt động của một mạch dịch phải sử dụng Flip-Flop D (FF_D).</a:t>
            </a:r>
            <a:endParaRPr lang="en-US"/>
          </a:p>
          <a:p>
            <a:r>
              <a:rPr lang="en-US"/>
              <a:t>- </a:t>
            </a:r>
            <a:r>
              <a:rPr lang="vi-VN"/>
              <a:t>Hiểu được nguyên lý dịch bit trong thanh ghi khi có xung đồng hồ.</a:t>
            </a:r>
            <a:endParaRPr lang="en-US"/>
          </a:p>
          <a:p>
            <a:r>
              <a:rPr lang="en-US"/>
              <a:t>- </a:t>
            </a:r>
            <a:r>
              <a:rPr lang="vi-VN"/>
              <a:t>Cho phép người dùng nhập dữ liệu (0 hoặc 1), bấm xung CLOCK, RESET</a:t>
            </a:r>
            <a:r>
              <a:rPr lang="en-US"/>
              <a:t>.</a:t>
            </a:r>
          </a:p>
          <a:p>
            <a:r>
              <a:rPr lang="en-US"/>
              <a:t>- </a:t>
            </a:r>
            <a:r>
              <a:rPr lang="vi-VN"/>
              <a:t>Hiển thị trạng thái các bit Q3 Q2 Q1 Q0 sau mỗi lần CLOCK.</a:t>
            </a:r>
            <a:endParaRPr lang="en-US"/>
          </a:p>
          <a:p>
            <a:endParaRPr lang="en-US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D4AA071-0055-18B1-67CE-6AD3E77D577F}"/>
              </a:ext>
            </a:extLst>
          </p:cNvPr>
          <p:cNvSpPr txBox="1">
            <a:spLocks/>
          </p:cNvSpPr>
          <p:nvPr/>
        </p:nvSpPr>
        <p:spPr>
          <a:xfrm>
            <a:off x="824848" y="302726"/>
            <a:ext cx="4568246" cy="988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800"/>
              <a:t>1.MỤC TIÊU ĐỀ TÀI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06205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5743E-5F42-F450-94C2-0767CE06E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F0118-433A-1721-16B4-4C9AA5544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84065"/>
            <a:ext cx="12029090" cy="3490572"/>
          </a:xfrm>
        </p:spPr>
        <p:txBody>
          <a:bodyPr>
            <a:normAutofit/>
          </a:bodyPr>
          <a:lstStyle/>
          <a:p>
            <a:r>
              <a:rPr lang="en-US"/>
              <a:t>- </a:t>
            </a:r>
            <a:r>
              <a:rPr lang="vi-VN"/>
              <a:t>FF_D (D-type Flip-Flop) dùng để lưu trữ một bit dữ liệu</a:t>
            </a:r>
            <a:r>
              <a:rPr lang="en-US"/>
              <a:t>.</a:t>
            </a:r>
          </a:p>
          <a:p>
            <a:r>
              <a:rPr lang="en-US"/>
              <a:t>- </a:t>
            </a:r>
            <a:r>
              <a:rPr lang="vi-VN"/>
              <a:t>Cấu tạo có 3 chân chính: D (data input), CLK (clock), Q (output). Ngoài ra có thể có thêm chân </a:t>
            </a:r>
            <a:r>
              <a:rPr lang="en-US"/>
              <a:t>Cl (reset)</a:t>
            </a:r>
            <a:r>
              <a:rPr lang="vi-VN"/>
              <a:t>.</a:t>
            </a:r>
            <a:endParaRPr lang="en-US"/>
          </a:p>
          <a:p>
            <a:r>
              <a:rPr lang="en-US"/>
              <a:t>- </a:t>
            </a:r>
            <a:r>
              <a:rPr lang="vi-VN"/>
              <a:t>Nguyên lý hoạt động:</a:t>
            </a:r>
            <a:endParaRPr lang="en-US"/>
          </a:p>
          <a:p>
            <a:r>
              <a:rPr lang="en-US"/>
              <a:t>+ </a:t>
            </a:r>
            <a:r>
              <a:rPr lang="vi-VN"/>
              <a:t>Khi có xung clock, giá trị tại chân D sẽ được chốt và xuất ra Q.</a:t>
            </a:r>
            <a:endParaRPr lang="en-US"/>
          </a:p>
          <a:p>
            <a:r>
              <a:rPr lang="en-US"/>
              <a:t>+ </a:t>
            </a:r>
            <a:r>
              <a:rPr lang="vi-VN"/>
              <a:t>Giữ nguyên trạng thái cho đến khi có xung clock tiếp theo.</a:t>
            </a:r>
            <a:endParaRPr lang="en-US"/>
          </a:p>
          <a:p>
            <a:r>
              <a:rPr lang="en-US"/>
              <a:t>+ Reset </a:t>
            </a:r>
            <a:r>
              <a:rPr lang="vi-VN"/>
              <a:t>sẽ đưa đầu ra Q về 0 bất kể D hay clock.</a:t>
            </a:r>
            <a:endParaRPr lang="en-US"/>
          </a:p>
          <a:p>
            <a:endParaRPr lang="en-US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DF4790D-DFC9-B341-5095-6DD2AAD27179}"/>
              </a:ext>
            </a:extLst>
          </p:cNvPr>
          <p:cNvSpPr txBox="1">
            <a:spLocks/>
          </p:cNvSpPr>
          <p:nvPr/>
        </p:nvSpPr>
        <p:spPr>
          <a:xfrm>
            <a:off x="824847" y="302726"/>
            <a:ext cx="3933765" cy="988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800"/>
              <a:t>2. CƠ SỞ LÝ THUYẾT</a:t>
            </a:r>
          </a:p>
          <a:p>
            <a:r>
              <a:rPr lang="en-US" sz="2800"/>
              <a:t>2.1.</a:t>
            </a:r>
            <a:r>
              <a:rPr lang="en-US" sz="2800" dirty="0"/>
              <a:t> Flip-Flop D (FF_D)</a:t>
            </a:r>
          </a:p>
        </p:txBody>
      </p:sp>
    </p:spTree>
    <p:extLst>
      <p:ext uri="{BB962C8B-B14F-4D97-AF65-F5344CB8AC3E}">
        <p14:creationId xmlns:p14="http://schemas.microsoft.com/office/powerpoint/2010/main" val="2441586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4F2C4-1B71-5C14-F996-CDFB33867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BBC09-3015-9CF4-90DC-1FF5464B9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84065"/>
            <a:ext cx="12029090" cy="3490572"/>
          </a:xfrm>
        </p:spPr>
        <p:txBody>
          <a:bodyPr>
            <a:normAutofit lnSpcReduction="10000"/>
          </a:bodyPr>
          <a:lstStyle/>
          <a:p>
            <a:r>
              <a:rPr lang="en-US">
                <a:latin typeface="Readex Pro" panose="020B0604020202020204" charset="-78"/>
                <a:cs typeface="Readex Pro" panose="020B0604020202020204" charset="-78"/>
              </a:rPr>
              <a:t>-Sơ đồ mạch:</a:t>
            </a:r>
          </a:p>
          <a:p>
            <a:endParaRPr lang="en-US">
              <a:latin typeface="Readex Pro" panose="020B0604020202020204" charset="-78"/>
              <a:cs typeface="Readex Pro" panose="020B0604020202020204" charset="-78"/>
            </a:endParaRPr>
          </a:p>
          <a:p>
            <a:endParaRPr lang="en-US">
              <a:latin typeface="Readex Pro" panose="020B0604020202020204" charset="-78"/>
              <a:cs typeface="Readex Pro" panose="020B0604020202020204" charset="-78"/>
            </a:endParaRPr>
          </a:p>
          <a:p>
            <a:endParaRPr lang="en-US">
              <a:latin typeface="Readex Pro" panose="020B0604020202020204" charset="-78"/>
              <a:cs typeface="Readex Pro" panose="020B0604020202020204" charset="-78"/>
            </a:endParaRPr>
          </a:p>
          <a:p>
            <a:endParaRPr lang="en-US">
              <a:latin typeface="Readex Pro" panose="020B0604020202020204" charset="-78"/>
              <a:cs typeface="Readex Pro" panose="020B0604020202020204" charset="-78"/>
            </a:endParaRPr>
          </a:p>
          <a:p>
            <a:r>
              <a:rPr lang="en-US"/>
              <a:t>- Bảng sự thật của mạch dịch phải sử dụng FlipFlopD:</a:t>
            </a:r>
          </a:p>
          <a:p>
            <a:r>
              <a:rPr lang="en-US">
                <a:latin typeface="Readex Pro" panose="020B0604020202020204" charset="-78"/>
                <a:cs typeface="Readex Pro" panose="020B0604020202020204" charset="-78"/>
              </a:rPr>
              <a:t> </a:t>
            </a:r>
            <a:endParaRPr lang="en-US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E66E44F-781E-1991-C902-AD9BB663F995}"/>
              </a:ext>
            </a:extLst>
          </p:cNvPr>
          <p:cNvSpPr txBox="1">
            <a:spLocks/>
          </p:cNvSpPr>
          <p:nvPr/>
        </p:nvSpPr>
        <p:spPr>
          <a:xfrm>
            <a:off x="824847" y="302726"/>
            <a:ext cx="8113880" cy="988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800"/>
              <a:t>2. CƠ SỞ LÝ THUYẾT</a:t>
            </a:r>
          </a:p>
          <a:p>
            <a:r>
              <a:rPr lang="en-US" sz="2800"/>
              <a:t>2.2.Thanh ghi (mạch dịch phải 4 FF_D nối tiếp)</a:t>
            </a:r>
            <a:endParaRPr lang="en-US" sz="2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415B306-9F7A-E52E-849B-5A544945FF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21" r="-487" b="408"/>
          <a:stretch>
            <a:fillRect/>
          </a:stretch>
        </p:blipFill>
        <p:spPr bwMode="auto">
          <a:xfrm>
            <a:off x="2573415" y="1290735"/>
            <a:ext cx="7550299" cy="2282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39F701B2-C8B1-3CF1-B1A4-20FF297D9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7186" y="3989424"/>
            <a:ext cx="3261865" cy="247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397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ED62E-8B9D-7B7C-2703-7F0CA3227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58C1D-2191-753C-A2F1-BD7C24F83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84065"/>
            <a:ext cx="12029090" cy="4554262"/>
          </a:xfrm>
        </p:spPr>
        <p:txBody>
          <a:bodyPr>
            <a:noAutofit/>
          </a:bodyPr>
          <a:lstStyle/>
          <a:p>
            <a:r>
              <a:rPr lang="en-US"/>
              <a:t>- </a:t>
            </a:r>
            <a:r>
              <a:rPr lang="vi-VN"/>
              <a:t>Mạch dịch phải 4-bit sử dụng 4 Flip-Flop D nối tiếp nhau để lưu trữ và dịch dữ liệu.</a:t>
            </a:r>
            <a:endParaRPr lang="en-US"/>
          </a:p>
          <a:p>
            <a:r>
              <a:rPr lang="en-US"/>
              <a:t>- </a:t>
            </a:r>
            <a:r>
              <a:rPr lang="vi-VN"/>
              <a:t>Dữ liệu đầu vào D được đưa vào Flip-Flop đầu tiên (Q3), sau đó dịch dần về bên phải qua từng xung clock.</a:t>
            </a:r>
            <a:endParaRPr lang="en-US"/>
          </a:p>
          <a:p>
            <a:r>
              <a:rPr lang="en-US"/>
              <a:t>- </a:t>
            </a:r>
            <a:r>
              <a:rPr lang="vi-VN"/>
              <a:t>Mỗi lần có xung clock:</a:t>
            </a:r>
            <a:endParaRPr lang="en-US"/>
          </a:p>
          <a:p>
            <a:r>
              <a:rPr lang="en-US"/>
              <a:t>+ </a:t>
            </a:r>
            <a:r>
              <a:rPr lang="vi-VN"/>
              <a:t>Q3 nhận giá trị D mới.</a:t>
            </a:r>
            <a:endParaRPr lang="en-US"/>
          </a:p>
          <a:p>
            <a:r>
              <a:rPr lang="en-US"/>
              <a:t>+ </a:t>
            </a:r>
            <a:r>
              <a:rPr lang="vi-VN"/>
              <a:t>Q2 nhận giá trị cũ của Q3.</a:t>
            </a:r>
            <a:endParaRPr lang="en-US"/>
          </a:p>
          <a:p>
            <a:r>
              <a:rPr lang="en-US"/>
              <a:t>+ </a:t>
            </a:r>
            <a:r>
              <a:rPr lang="vi-VN"/>
              <a:t>Q1 nhận giá trị cũ của Q2.</a:t>
            </a:r>
            <a:endParaRPr lang="en-US"/>
          </a:p>
          <a:p>
            <a:r>
              <a:rPr lang="en-US"/>
              <a:t>+ </a:t>
            </a:r>
            <a:r>
              <a:rPr lang="vi-VN"/>
              <a:t>Q0 nhận giá trị cũ của Q1.</a:t>
            </a:r>
            <a:endParaRPr lang="en-US"/>
          </a:p>
          <a:p>
            <a:r>
              <a:rPr lang="en-US"/>
              <a:t>- </a:t>
            </a:r>
            <a:r>
              <a:rPr lang="vi-VN"/>
              <a:t>RESET được dùng để đưa tất cả các đầu ra Q3, Q2, Q1, Q0 về 0.</a:t>
            </a:r>
            <a:endParaRPr lang="en-US"/>
          </a:p>
          <a:p>
            <a:r>
              <a:rPr lang="en-US">
                <a:latin typeface="Readex Pro" panose="020B0604020202020204" charset="-78"/>
                <a:cs typeface="Readex Pro" panose="020B0604020202020204" charset="-78"/>
              </a:rPr>
              <a:t> </a:t>
            </a:r>
            <a:endParaRPr lang="en-US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699F685-8D18-54F4-F29C-31BAAA13B428}"/>
              </a:ext>
            </a:extLst>
          </p:cNvPr>
          <p:cNvSpPr txBox="1">
            <a:spLocks/>
          </p:cNvSpPr>
          <p:nvPr/>
        </p:nvSpPr>
        <p:spPr>
          <a:xfrm>
            <a:off x="824847" y="302726"/>
            <a:ext cx="8113880" cy="988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800"/>
              <a:t>2. CƠ SỞ LÝ THUYẾT</a:t>
            </a:r>
          </a:p>
          <a:p>
            <a:r>
              <a:rPr lang="en-US" sz="2800"/>
              <a:t>2.3.Nguyên lí hoạt động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75107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8DBF3-DD23-09E7-219E-87C2E6750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4BB51-A5BE-8D04-5EF9-65CDD2D0A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84065"/>
            <a:ext cx="12029090" cy="3490572"/>
          </a:xfrm>
        </p:spPr>
        <p:txBody>
          <a:bodyPr>
            <a:normAutofit/>
          </a:bodyPr>
          <a:lstStyle/>
          <a:p>
            <a:r>
              <a:rPr lang="vi-VN"/>
              <a:t>-Viết các file tiêu đề và cài đặc riêng để dễ quản lí: </a:t>
            </a:r>
            <a:endParaRPr lang="en-US"/>
          </a:p>
          <a:p>
            <a:r>
              <a:rPr lang="vi-VN"/>
              <a:t>	+FF_D.h</a:t>
            </a:r>
            <a:endParaRPr lang="en-US"/>
          </a:p>
          <a:p>
            <a:r>
              <a:rPr lang="vi-VN"/>
              <a:t>	+FF_D.cpp</a:t>
            </a:r>
            <a:endParaRPr lang="en-US"/>
          </a:p>
          <a:p>
            <a:r>
              <a:rPr lang="vi-VN"/>
              <a:t>	+ThanhGhi.h</a:t>
            </a:r>
            <a:endParaRPr lang="en-US"/>
          </a:p>
          <a:p>
            <a:r>
              <a:rPr lang="vi-VN"/>
              <a:t>	+ThanhGhi.cpp</a:t>
            </a:r>
            <a:endParaRPr lang="en-US"/>
          </a:p>
          <a:p>
            <a:r>
              <a:rPr lang="en-US"/>
              <a:t>	+FF_D_main.cpp</a:t>
            </a:r>
            <a:endParaRPr lang="en-US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811E41A-51DA-AA88-0497-688299A9E056}"/>
              </a:ext>
            </a:extLst>
          </p:cNvPr>
          <p:cNvSpPr txBox="1">
            <a:spLocks/>
          </p:cNvSpPr>
          <p:nvPr/>
        </p:nvSpPr>
        <p:spPr>
          <a:xfrm>
            <a:off x="824848" y="302726"/>
            <a:ext cx="4232344" cy="9880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800"/>
              <a:t>3.YÊU CẦUĐỀ TÀI</a:t>
            </a:r>
          </a:p>
          <a:p>
            <a:r>
              <a:rPr lang="en-US" sz="2800"/>
              <a:t>3.1.ViếT chương trình c++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00946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F2C27-6E54-068A-F99C-B21F3AFF8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53469-A480-E2F6-4450-5897B6D03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84065"/>
            <a:ext cx="12029090" cy="3490572"/>
          </a:xfrm>
        </p:spPr>
        <p:txBody>
          <a:bodyPr>
            <a:normAutofit/>
          </a:bodyPr>
          <a:lstStyle/>
          <a:p>
            <a:endParaRPr lang="en-US"/>
          </a:p>
          <a:p>
            <a:r>
              <a:rPr lang="en-US"/>
              <a:t>-Nhập dữ liệu đầu vào (0 hoặc 1).</a:t>
            </a:r>
          </a:p>
          <a:p>
            <a:r>
              <a:rPr lang="en-US"/>
              <a:t>-Nhấn xung CLOCK (dịch phải).</a:t>
            </a:r>
          </a:p>
          <a:p>
            <a:r>
              <a:rPr lang="en-US"/>
              <a:t>-Nhấn Cl để reset FF_D.</a:t>
            </a:r>
          </a:p>
          <a:p>
            <a:r>
              <a:rPr lang="en-US"/>
              <a:t>-Hiển thị output sau mỗi lần dịch phải.</a:t>
            </a:r>
            <a:endParaRPr lang="en-US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7B76236-C9F2-CAD8-565A-679A2005F27C}"/>
              </a:ext>
            </a:extLst>
          </p:cNvPr>
          <p:cNvSpPr txBox="1">
            <a:spLocks/>
          </p:cNvSpPr>
          <p:nvPr/>
        </p:nvSpPr>
        <p:spPr>
          <a:xfrm>
            <a:off x="824848" y="302726"/>
            <a:ext cx="4232344" cy="9880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800"/>
              <a:t>3.YÊU CẦUĐỀ TÀI</a:t>
            </a:r>
          </a:p>
          <a:p>
            <a:r>
              <a:rPr lang="en-US" sz="2800"/>
              <a:t>3.2.Chương trình cho phép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76944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D3639-6D2A-3ACD-CECB-2E04CDD6C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ECA09-EFFE-DB9B-4663-B96D8C075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84065"/>
            <a:ext cx="12029090" cy="3490572"/>
          </a:xfrm>
        </p:spPr>
        <p:txBody>
          <a:bodyPr>
            <a:normAutofit/>
          </a:bodyPr>
          <a:lstStyle/>
          <a:p>
            <a:r>
              <a:rPr lang="en-US"/>
              <a:t>-Chương trình hoạt động đúng logic dịch phải 4 bit.</a:t>
            </a:r>
          </a:p>
          <a:p>
            <a:r>
              <a:rPr lang="en-US"/>
              <a:t>-Mỗi thao tác nhập D và CLOCK sẽ thay đổi trạng thái Q3 → Q2 → Q1 → Q0.</a:t>
            </a:r>
          </a:p>
          <a:p>
            <a:r>
              <a:rPr lang="en-US"/>
              <a:t>-</a:t>
            </a:r>
            <a:r>
              <a:rPr lang="vi-VN"/>
              <a:t>RESET làm trắng toàn bộ thanh ghi</a:t>
            </a:r>
            <a:r>
              <a:rPr lang="en-US"/>
              <a:t>.</a:t>
            </a:r>
          </a:p>
          <a:p>
            <a:r>
              <a:rPr lang="en-US"/>
              <a:t>-Không có giao diện đồ họa, sử dụng lựa chọn để tác động</a:t>
            </a:r>
            <a:endParaRPr lang="en-US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7C6187D-6524-85D4-A01B-76C3EE446010}"/>
              </a:ext>
            </a:extLst>
          </p:cNvPr>
          <p:cNvSpPr txBox="1">
            <a:spLocks/>
          </p:cNvSpPr>
          <p:nvPr/>
        </p:nvSpPr>
        <p:spPr>
          <a:xfrm>
            <a:off x="824847" y="302726"/>
            <a:ext cx="4782851" cy="988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800"/>
              <a:t>4.KẾT QUẢ DỰ KIẾN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06488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B0174-A1E1-BF6F-0886-D786C8968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70304-0392-A346-FE4D-DF87C8B1E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10636"/>
            <a:ext cx="12029090" cy="3490572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-Sử dụng IC 74LS74 (FF_D) để mô phỏng mạch dịch phải</a:t>
            </a:r>
          </a:p>
          <a:p>
            <a:endParaRPr lang="en-US">
              <a:latin typeface="Readex Pro" panose="020B0604020202020204" charset="-78"/>
              <a:cs typeface="Readex Pro" panose="020B0604020202020204" charset="-78"/>
            </a:endParaRPr>
          </a:p>
          <a:p>
            <a:endParaRPr lang="en-US">
              <a:latin typeface="Readex Pro" panose="020B0604020202020204" charset="-78"/>
              <a:cs typeface="Readex Pro" panose="020B0604020202020204" charset="-78"/>
            </a:endParaRPr>
          </a:p>
          <a:p>
            <a:endParaRPr lang="en-US">
              <a:latin typeface="Readex Pro" panose="020B0604020202020204" charset="-78"/>
              <a:cs typeface="Readex Pro" panose="020B0604020202020204" charset="-78"/>
            </a:endParaRPr>
          </a:p>
          <a:p>
            <a:endParaRPr lang="en-US">
              <a:latin typeface="Readex Pro" panose="020B0604020202020204" charset="-78"/>
              <a:cs typeface="Readex Pro" panose="020B0604020202020204" charset="-78"/>
            </a:endParaRPr>
          </a:p>
          <a:p>
            <a:endParaRPr lang="en-US">
              <a:latin typeface="Readex Pro" panose="020B0604020202020204" charset="-78"/>
              <a:cs typeface="Readex Pro" panose="020B0604020202020204" charset="-78"/>
            </a:endParaRPr>
          </a:p>
          <a:p>
            <a:r>
              <a:rPr lang="en-US"/>
              <a:t>- </a:t>
            </a:r>
            <a:r>
              <a:rPr lang="vi-VN"/>
              <a:t>Việc mô phỏng trên Proteus giúp hình dung được hoạt động thực tế</a:t>
            </a:r>
            <a:r>
              <a:rPr lang="en-US"/>
              <a:t>, các thao tác</a:t>
            </a:r>
            <a:r>
              <a:rPr lang="vi-VN"/>
              <a:t> của mạch dịch phải, so sánh song song với phần mềm viết bằng C++.</a:t>
            </a:r>
            <a:endParaRPr lang="en-US"/>
          </a:p>
          <a:p>
            <a:endParaRPr lang="en-US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0841A66-772B-4BDF-0E6E-843AEEEDDC05}"/>
              </a:ext>
            </a:extLst>
          </p:cNvPr>
          <p:cNvSpPr txBox="1">
            <a:spLocks/>
          </p:cNvSpPr>
          <p:nvPr/>
        </p:nvSpPr>
        <p:spPr>
          <a:xfrm>
            <a:off x="824848" y="302726"/>
            <a:ext cx="8132540" cy="110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800"/>
              <a:t>5.MÔ PHỎNG MẠCH LÊN PROTEUS ĐỂ NẮM CÁC THAO TÁC</a:t>
            </a:r>
            <a:endParaRPr lang="en-US" sz="2800" dirty="0"/>
          </a:p>
        </p:txBody>
      </p:sp>
      <p:pic>
        <p:nvPicPr>
          <p:cNvPr id="2" name="Picture 1" descr="A diagram of a circuit&#10;&#10;AI-generated content may be incorrect.">
            <a:extLst>
              <a:ext uri="{FF2B5EF4-FFF2-40B4-BE49-F238E27FC236}">
                <a16:creationId xmlns:a16="http://schemas.microsoft.com/office/drawing/2014/main" id="{34FE30EA-D6CC-793F-D558-82E850DF6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863" y="2047849"/>
            <a:ext cx="5328273" cy="2149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912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CB616-9820-9B68-FC67-90D4EBDC0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7CEBD1E-44AA-EA33-5404-0DDED91FCA58}"/>
              </a:ext>
            </a:extLst>
          </p:cNvPr>
          <p:cNvSpPr txBox="1">
            <a:spLocks/>
          </p:cNvSpPr>
          <p:nvPr/>
        </p:nvSpPr>
        <p:spPr>
          <a:xfrm>
            <a:off x="824847" y="302726"/>
            <a:ext cx="9830712" cy="988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800"/>
              <a:t>6.SƠ ĐỒ KHỐI VÀ LƯU ĐỒ CHƯƠNG TRÌNH</a:t>
            </a:r>
          </a:p>
          <a:p>
            <a:r>
              <a:rPr lang="en-US" sz="2800"/>
              <a:t>6.1.Sơ đồ khối</a:t>
            </a:r>
            <a:endParaRPr lang="en-US" sz="2800" dirty="0"/>
          </a:p>
        </p:txBody>
      </p:sp>
      <p:pic>
        <p:nvPicPr>
          <p:cNvPr id="2" name="Content Placeholder 1" descr="A black and white rectangular sign&#10;&#10;AI-generated content may be incorrect.">
            <a:extLst>
              <a:ext uri="{FF2B5EF4-FFF2-40B4-BE49-F238E27FC236}">
                <a16:creationId xmlns:a16="http://schemas.microsoft.com/office/drawing/2014/main" id="{3BBD87F2-E51C-520D-5110-94B0F74FBC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7156" y="1800095"/>
            <a:ext cx="1877687" cy="34909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29798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E0C98-2FA7-9E2E-4784-FFFA4F3FE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0AEC543-D6C2-838E-FB55-6BC8D73737E4}"/>
              </a:ext>
            </a:extLst>
          </p:cNvPr>
          <p:cNvSpPr txBox="1">
            <a:spLocks/>
          </p:cNvSpPr>
          <p:nvPr/>
        </p:nvSpPr>
        <p:spPr>
          <a:xfrm>
            <a:off x="824847" y="302726"/>
            <a:ext cx="9830712" cy="988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800"/>
              <a:t>6.SƠ ĐỒ KHỐI VÀ LƯU ĐỒ CHƯƠNG TRÌNH</a:t>
            </a:r>
          </a:p>
          <a:p>
            <a:r>
              <a:rPr lang="en-US" sz="2800"/>
              <a:t>6.2.Sơ đồ chương trình (UML)</a:t>
            </a:r>
            <a:endParaRPr lang="en-US" sz="2800" dirty="0"/>
          </a:p>
        </p:txBody>
      </p:sp>
      <p:pic>
        <p:nvPicPr>
          <p:cNvPr id="6" name="Content Placeholder 5" descr="A black rectangular object with white text&#10;&#10;AI-generated content may be incorrect.">
            <a:extLst>
              <a:ext uri="{FF2B5EF4-FFF2-40B4-BE49-F238E27FC236}">
                <a16:creationId xmlns:a16="http://schemas.microsoft.com/office/drawing/2014/main" id="{F10A5B4A-3755-567F-07F2-075E8EED0B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6293" y="1169436"/>
            <a:ext cx="1479413" cy="50075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1522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27488-9B99-768C-24A9-6E5CDE9BC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9E97E-0BAE-DFB3-9A4A-94C50CDE4112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11989837" y="5965371"/>
            <a:ext cx="216534" cy="164837"/>
          </a:xfrm>
        </p:spPr>
        <p:txBody>
          <a:bodyPr>
            <a:normAutofit fontScale="25000" lnSpcReduction="20000"/>
          </a:bodyPr>
          <a:lstStyle/>
          <a:p>
            <a:endParaRPr lang="en-US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17EAFC3-C73B-F783-1226-6CDCC2DF80EA}"/>
              </a:ext>
            </a:extLst>
          </p:cNvPr>
          <p:cNvSpPr txBox="1">
            <a:spLocks/>
          </p:cNvSpPr>
          <p:nvPr/>
        </p:nvSpPr>
        <p:spPr>
          <a:xfrm>
            <a:off x="824847" y="302726"/>
            <a:ext cx="8906982" cy="988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800"/>
              <a:t>7.CÁC BƯỚC THỰC HIỆN MÔ PHỎNG BẰNG C++</a:t>
            </a:r>
            <a:endParaRPr lang="en-US" sz="2800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D596D29-C596-A439-9CF3-5E6BCBF2B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281" y="1234642"/>
            <a:ext cx="8835304" cy="569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Mở </a:t>
            </a:r>
            <a:r>
              <a:rPr kumimoji="0" lang="vi-VN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Code Composer Studio (CCS)</a:t>
            </a:r>
            <a:r>
              <a:rPr kumimoji="0" lang="vi-VN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trong máy ảo và bấm vào </a:t>
            </a:r>
            <a:r>
              <a:rPr kumimoji="0" lang="vi-VN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File</a:t>
            </a:r>
            <a:r>
              <a:rPr kumimoji="0" lang="vi-VN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sau đó chọn </a:t>
            </a:r>
            <a:r>
              <a:rPr kumimoji="0" lang="vi-VN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New</a:t>
            </a:r>
            <a:r>
              <a:rPr kumimoji="0" lang="vi-VN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vi-VN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egoe UI Symbol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⭢</a:t>
            </a:r>
            <a:r>
              <a:rPr kumimoji="0" lang="vi-VN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vi-VN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Project</a:t>
            </a:r>
            <a:r>
              <a:rPr kumimoji="0" lang="vi-VN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hoặc bấm </a:t>
            </a:r>
            <a:r>
              <a:rPr kumimoji="0" lang="vi-VN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Shift + Alt + N</a:t>
            </a:r>
            <a:r>
              <a:rPr kumimoji="0" lang="vi-VN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5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9A7A6E3-E729-9C18-61B8-82AE8FD36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649"/>
          <a:stretch>
            <a:fillRect/>
          </a:stretch>
        </p:blipFill>
        <p:spPr bwMode="auto">
          <a:xfrm>
            <a:off x="1268962" y="1747934"/>
            <a:ext cx="8780507" cy="3971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4E1A54F-A1B9-6CEA-4030-ED26A234A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281" y="434667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866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973A0-124C-A00E-56F7-14DFF536C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A26AC-C1C8-52C4-187F-010D6C564CAC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11989837" y="5965371"/>
            <a:ext cx="216534" cy="164837"/>
          </a:xfrm>
        </p:spPr>
        <p:txBody>
          <a:bodyPr>
            <a:normAutofit fontScale="25000" lnSpcReduction="20000"/>
          </a:bodyPr>
          <a:lstStyle/>
          <a:p>
            <a:endParaRPr lang="en-US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CB2BA1E-305E-998A-D1F4-72DF19D6CA19}"/>
              </a:ext>
            </a:extLst>
          </p:cNvPr>
          <p:cNvSpPr txBox="1">
            <a:spLocks/>
          </p:cNvSpPr>
          <p:nvPr/>
        </p:nvSpPr>
        <p:spPr>
          <a:xfrm>
            <a:off x="824847" y="302726"/>
            <a:ext cx="8906982" cy="988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800"/>
              <a:t>7.CÁC BƯỚC THỰC HIỆN MÔ PHỎNG BẰNG C++</a:t>
            </a:r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028900-3718-53CF-8B0A-C01E25A56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281" y="434667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2286504-CF88-99EB-77D8-86800296E5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6286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052" name="Picture 6" descr="A screenshot of a project&#10;&#10;AI-generated content may be incorrect.">
            <a:extLst>
              <a:ext uri="{FF2B5EF4-FFF2-40B4-BE49-F238E27FC236}">
                <a16:creationId xmlns:a16="http://schemas.microsoft.com/office/drawing/2014/main" id="{BB5D38A0-AF33-2282-6828-A77C0EB0C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7" y="1164907"/>
            <a:ext cx="5470525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755D0DE-6877-2D2C-D3C6-06071743A3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3897" y="5200650"/>
            <a:ext cx="3679405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Sau đó ở mục </a:t>
            </a:r>
            <a:r>
              <a:rPr kumimoji="0" lang="vi-VN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C/C++</a:t>
            </a:r>
            <a:r>
              <a:rPr kumimoji="0" lang="vi-VN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chọn vào </a:t>
            </a:r>
            <a:r>
              <a:rPr kumimoji="0" lang="vi-VN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C++ Project</a:t>
            </a:r>
            <a:r>
              <a:rPr kumimoji="0" lang="vi-VN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8630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42E81-811B-2B6F-EB14-EE3979595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4CBA6-E927-9D9E-392C-DB716693C8BF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11989837" y="5965371"/>
            <a:ext cx="216534" cy="164837"/>
          </a:xfrm>
        </p:spPr>
        <p:txBody>
          <a:bodyPr>
            <a:normAutofit fontScale="25000" lnSpcReduction="20000"/>
          </a:bodyPr>
          <a:lstStyle/>
          <a:p>
            <a:endParaRPr lang="en-US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67D5B8-E199-82B5-FBEC-DF20E0DD00DE}"/>
              </a:ext>
            </a:extLst>
          </p:cNvPr>
          <p:cNvSpPr txBox="1">
            <a:spLocks/>
          </p:cNvSpPr>
          <p:nvPr/>
        </p:nvSpPr>
        <p:spPr>
          <a:xfrm>
            <a:off x="824847" y="302726"/>
            <a:ext cx="8906982" cy="988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800"/>
              <a:t>7.CÁC BƯỚC THỰC HIỆN MÔ PHỎNG BẰNG C++</a:t>
            </a:r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51DC4F-924A-0B18-07E6-D49117082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281" y="434667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D28B82-3F2D-9EE1-E0B2-31CA3804605C}"/>
              </a:ext>
            </a:extLst>
          </p:cNvPr>
          <p:cNvSpPr txBox="1"/>
          <p:nvPr/>
        </p:nvSpPr>
        <p:spPr>
          <a:xfrm>
            <a:off x="2152650" y="1130076"/>
            <a:ext cx="788670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 algn="just">
              <a:lnSpc>
                <a:spcPct val="150000"/>
              </a:lnSpc>
            </a:pP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Đặt tên cho Project mới là </a:t>
            </a:r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MDP4B</a:t>
            </a: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.</a:t>
            </a:r>
            <a:r>
              <a:rPr lang="en-US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Chọn Linux GCC.</a:t>
            </a: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Sau đó chọn </a:t>
            </a: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Finish</a:t>
            </a: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.</a:t>
            </a:r>
            <a:endParaRPr lang="en-US" sz="180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29574C-B003-90A4-D63F-4DD2754524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3638" y="1517333"/>
            <a:ext cx="4764723" cy="48351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0625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78478-C0A8-C933-42B2-9EEEEB9A9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A364B-3221-CFF1-B6D6-5AA1BEC5D78E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11989837" y="5965371"/>
            <a:ext cx="216534" cy="164837"/>
          </a:xfrm>
        </p:spPr>
        <p:txBody>
          <a:bodyPr>
            <a:normAutofit fontScale="25000" lnSpcReduction="20000"/>
          </a:bodyPr>
          <a:lstStyle/>
          <a:p>
            <a:endParaRPr lang="en-US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CD34AB3-F7A2-76C3-3AAA-626400308AD0}"/>
              </a:ext>
            </a:extLst>
          </p:cNvPr>
          <p:cNvSpPr txBox="1">
            <a:spLocks/>
          </p:cNvSpPr>
          <p:nvPr/>
        </p:nvSpPr>
        <p:spPr>
          <a:xfrm>
            <a:off x="824847" y="302726"/>
            <a:ext cx="8906982" cy="988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800"/>
              <a:t>7.CÁC BƯỚC THỰC HIỆN MÔ PHỎNG BẰNG C++</a:t>
            </a:r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5F3C91-4BAC-AF46-4715-94565E0AF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281" y="434667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FB3708-BE60-506E-2F07-6276A624839B}"/>
              </a:ext>
            </a:extLst>
          </p:cNvPr>
          <p:cNvSpPr txBox="1"/>
          <p:nvPr/>
        </p:nvSpPr>
        <p:spPr>
          <a:xfrm>
            <a:off x="1816748" y="1128281"/>
            <a:ext cx="8558504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 algn="just">
              <a:lnSpc>
                <a:spcPct val="150000"/>
              </a:lnSpc>
            </a:pP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Tiếp theo bắt đầu tạo tệp tiêu đề cho Project mới. Click chuột phải vào Project vừa tạo chọn </a:t>
            </a: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New</a:t>
            </a: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vi-VN" sz="1800">
                <a:effectLst/>
                <a:latin typeface="Segoe UI Symbol" panose="020B0502040204020203" pitchFamily="34" charset="0"/>
                <a:ea typeface="Aptos" panose="020B0004020202020204" pitchFamily="34" charset="0"/>
              </a:rPr>
              <a:t>⭢</a:t>
            </a:r>
            <a:r>
              <a:rPr lang="vi-VN" sz="1800">
                <a:effectLst/>
                <a:latin typeface="Aptos" panose="020B0004020202020204" pitchFamily="34" charset="0"/>
                <a:ea typeface="Aptos" panose="020B0004020202020204" pitchFamily="34" charset="0"/>
              </a:rPr>
              <a:t> </a:t>
            </a: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Header File </a:t>
            </a: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để tạo tiêu đề.</a:t>
            </a:r>
            <a:endParaRPr lang="en-US" sz="180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1CF899-4B9A-6770-77F8-A3A482C6FAD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90" b="43760"/>
          <a:stretch>
            <a:fillRect/>
          </a:stretch>
        </p:blipFill>
        <p:spPr bwMode="auto">
          <a:xfrm>
            <a:off x="3305175" y="2116290"/>
            <a:ext cx="5581650" cy="304506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50695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8B12E-070F-2219-A639-E24B20388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2BF70-91C5-093F-97C9-6F9C760820A5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11989837" y="5965371"/>
            <a:ext cx="216534" cy="164837"/>
          </a:xfrm>
        </p:spPr>
        <p:txBody>
          <a:bodyPr>
            <a:normAutofit fontScale="25000" lnSpcReduction="20000"/>
          </a:bodyPr>
          <a:lstStyle/>
          <a:p>
            <a:endParaRPr lang="en-US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6D7925B-712C-4C22-597E-80F9CD71C30F}"/>
              </a:ext>
            </a:extLst>
          </p:cNvPr>
          <p:cNvSpPr txBox="1">
            <a:spLocks/>
          </p:cNvSpPr>
          <p:nvPr/>
        </p:nvSpPr>
        <p:spPr>
          <a:xfrm>
            <a:off x="824847" y="302726"/>
            <a:ext cx="8906982" cy="988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800"/>
              <a:t>7.CÁC BƯỚC THỰC HIỆN MÔ PHỎNG BẰNG C++</a:t>
            </a:r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F4964D-2DA2-0942-F6A1-29C1FE58E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281" y="434667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786558C-74B0-77F4-340E-1F32C4111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6867" y="1290735"/>
            <a:ext cx="12548507" cy="569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Đặt tên cho tệp tiêu đề là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FF_D</a:t>
            </a:r>
            <a:r>
              <a:rPr kumimoji="0" lang="vi-VN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.h</a:t>
            </a:r>
            <a:r>
              <a:rPr kumimoji="0" lang="vi-VN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Sau đó chọn </a:t>
            </a:r>
            <a:r>
              <a:rPr kumimoji="0" lang="vi-VN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Finish</a:t>
            </a:r>
            <a:r>
              <a:rPr kumimoji="0" lang="vi-VN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3" name="Picture 3">
            <a:extLst>
              <a:ext uri="{FF2B5EF4-FFF2-40B4-BE49-F238E27FC236}">
                <a16:creationId xmlns:a16="http://schemas.microsoft.com/office/drawing/2014/main" id="{7A1BAE05-086B-2E8A-2E8A-801D1197C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6868" y="1804027"/>
            <a:ext cx="4761812" cy="3263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1981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0ED99-2C15-B328-D6E6-6510689B3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CC2B6-2BD0-CCB6-B91A-4485DAE43E17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11989837" y="5965371"/>
            <a:ext cx="216534" cy="164837"/>
          </a:xfrm>
        </p:spPr>
        <p:txBody>
          <a:bodyPr>
            <a:normAutofit fontScale="25000" lnSpcReduction="20000"/>
          </a:bodyPr>
          <a:lstStyle/>
          <a:p>
            <a:endParaRPr lang="en-US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F48055A-4481-0287-B423-AC21B41EACB9}"/>
              </a:ext>
            </a:extLst>
          </p:cNvPr>
          <p:cNvSpPr txBox="1">
            <a:spLocks/>
          </p:cNvSpPr>
          <p:nvPr/>
        </p:nvSpPr>
        <p:spPr>
          <a:xfrm>
            <a:off x="824847" y="302726"/>
            <a:ext cx="8906982" cy="988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800"/>
              <a:t>7.CÁC BƯỚC THỰC HIỆN MÔ PHỎNG BẰNG C++</a:t>
            </a:r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2B23E4-D8CD-5038-724F-5A70BAB00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281" y="434667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D4D647B-81F8-B312-B95B-71348969C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7653" y="1119813"/>
            <a:ext cx="50485299" cy="569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Tiến hành viết code cho file vừa tạo: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7" name="Picture 7">
            <a:extLst>
              <a:ext uri="{FF2B5EF4-FFF2-40B4-BE49-F238E27FC236}">
                <a16:creationId xmlns:a16="http://schemas.microsoft.com/office/drawing/2014/main" id="{6DBCC464-CD86-9231-CC00-5D3E2AF47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852" y="1701798"/>
            <a:ext cx="5178296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C65B416B-DD97-9C50-CF54-34C230FF73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1778" y="4835427"/>
            <a:ext cx="50485299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874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F7221-DD2D-192B-EF6F-4D7575C96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CA884-4431-026A-45D2-457AFD6C85C1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11989837" y="5965371"/>
            <a:ext cx="216534" cy="164837"/>
          </a:xfrm>
        </p:spPr>
        <p:txBody>
          <a:bodyPr>
            <a:normAutofit fontScale="25000" lnSpcReduction="20000"/>
          </a:bodyPr>
          <a:lstStyle/>
          <a:p>
            <a:endParaRPr lang="en-US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162655B-82F4-DC97-D517-18C7FD19496D}"/>
              </a:ext>
            </a:extLst>
          </p:cNvPr>
          <p:cNvSpPr txBox="1">
            <a:spLocks/>
          </p:cNvSpPr>
          <p:nvPr/>
        </p:nvSpPr>
        <p:spPr>
          <a:xfrm>
            <a:off x="824847" y="302726"/>
            <a:ext cx="8906982" cy="988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800"/>
              <a:t>7.CÁC BƯỚC THỰC HIỆN MÔ PHỎNG BẰNG C++</a:t>
            </a:r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7C2545-BC57-DAE3-C250-9EA4417C2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281" y="434667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3486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9684C-3144-C452-6838-FCF2BA8F3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CBA27-D514-E594-324A-57FC28EF98DE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11989837" y="5965371"/>
            <a:ext cx="216534" cy="164837"/>
          </a:xfrm>
        </p:spPr>
        <p:txBody>
          <a:bodyPr>
            <a:normAutofit fontScale="25000" lnSpcReduction="20000"/>
          </a:bodyPr>
          <a:lstStyle/>
          <a:p>
            <a:endParaRPr lang="en-US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8E21D4-2103-8A3F-7C9E-03D60352BDAC}"/>
              </a:ext>
            </a:extLst>
          </p:cNvPr>
          <p:cNvSpPr txBox="1">
            <a:spLocks/>
          </p:cNvSpPr>
          <p:nvPr/>
        </p:nvSpPr>
        <p:spPr>
          <a:xfrm>
            <a:off x="824847" y="302726"/>
            <a:ext cx="8906982" cy="988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800"/>
              <a:t>7.CÁC BƯỚC THỰC HIỆN MÔ PHỎNG BẰNG C++</a:t>
            </a:r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4D55BA-8102-1C09-05CD-5F0E7E95A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281" y="434667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5A1CB7-2169-47A6-21A9-435D1C5EF324}"/>
              </a:ext>
            </a:extLst>
          </p:cNvPr>
          <p:cNvSpPr txBox="1"/>
          <p:nvPr/>
        </p:nvSpPr>
        <p:spPr>
          <a:xfrm>
            <a:off x="2222629" y="1065634"/>
            <a:ext cx="7746741" cy="873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 algn="just">
              <a:lnSpc>
                <a:spcPct val="150000"/>
              </a:lnSpc>
            </a:pP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Tiếp theo tạo tệp cài đặt cho </a:t>
            </a:r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FF_D</a:t>
            </a: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. Click chuột phải vào Project vừa tạo chọn </a:t>
            </a: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New </a:t>
            </a:r>
            <a:r>
              <a:rPr lang="vi-VN" sz="1800" b="1">
                <a:effectLst/>
                <a:latin typeface="Segoe UI Symbol" panose="020B0502040204020203" pitchFamily="34" charset="0"/>
                <a:ea typeface="Aptos" panose="020B0004020202020204" pitchFamily="34" charset="0"/>
              </a:rPr>
              <a:t>⭢</a:t>
            </a: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Source File</a:t>
            </a: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để tạo tệp cài đặt.</a:t>
            </a:r>
            <a:endParaRPr lang="en-US" sz="180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FDC2B6A-2236-F8B9-42AE-693E37DA77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60" b="31951"/>
          <a:stretch>
            <a:fillRect/>
          </a:stretch>
        </p:blipFill>
        <p:spPr bwMode="auto">
          <a:xfrm>
            <a:off x="2787582" y="2053644"/>
            <a:ext cx="6616833" cy="407656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0544221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907BF-8244-E8CA-DDC6-D072AB5BC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A11FF-3090-ED80-AC89-F3BEC0782EFA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11989837" y="5965371"/>
            <a:ext cx="216534" cy="164837"/>
          </a:xfrm>
        </p:spPr>
        <p:txBody>
          <a:bodyPr>
            <a:normAutofit fontScale="25000" lnSpcReduction="20000"/>
          </a:bodyPr>
          <a:lstStyle/>
          <a:p>
            <a:endParaRPr lang="en-US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69671C6-2E6F-3A70-9C80-4ADBEA062DF7}"/>
              </a:ext>
            </a:extLst>
          </p:cNvPr>
          <p:cNvSpPr txBox="1">
            <a:spLocks/>
          </p:cNvSpPr>
          <p:nvPr/>
        </p:nvSpPr>
        <p:spPr>
          <a:xfrm>
            <a:off x="824847" y="302726"/>
            <a:ext cx="8906982" cy="988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800"/>
              <a:t>7.CÁC BƯỚC THỰC HIỆN MÔ PHỎNG BẰNG C++</a:t>
            </a:r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BB9ECC-7C4C-4B4B-1D7A-3C62BF7407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281" y="434667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7C39FF-F7D1-53C4-B310-A7C9C9309BC1}"/>
              </a:ext>
            </a:extLst>
          </p:cNvPr>
          <p:cNvSpPr txBox="1"/>
          <p:nvPr/>
        </p:nvSpPr>
        <p:spPr>
          <a:xfrm>
            <a:off x="3037892" y="1170554"/>
            <a:ext cx="6116216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 algn="just">
              <a:lnSpc>
                <a:spcPct val="150000"/>
              </a:lnSpc>
            </a:pP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Đặt tên cho tệp là </a:t>
            </a:r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FF_D.cpp</a:t>
            </a: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Sau đó chọn </a:t>
            </a: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Finish</a:t>
            </a: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.</a:t>
            </a:r>
            <a:endParaRPr lang="en-US" sz="180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E83FF2-C9D7-AFB1-1C4F-26213483F3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7227" y="1827795"/>
            <a:ext cx="5757545" cy="4060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78106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FB51B-FFE0-E107-052E-A2F9269C5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E4069-53A4-7F59-FAB7-8A77DA26D1BF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11989837" y="5965371"/>
            <a:ext cx="216534" cy="164837"/>
          </a:xfrm>
        </p:spPr>
        <p:txBody>
          <a:bodyPr>
            <a:normAutofit fontScale="25000" lnSpcReduction="20000"/>
          </a:bodyPr>
          <a:lstStyle/>
          <a:p>
            <a:endParaRPr lang="en-US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DBCA849-C7AA-CC0E-3236-E246125972EC}"/>
              </a:ext>
            </a:extLst>
          </p:cNvPr>
          <p:cNvSpPr txBox="1">
            <a:spLocks/>
          </p:cNvSpPr>
          <p:nvPr/>
        </p:nvSpPr>
        <p:spPr>
          <a:xfrm>
            <a:off x="824847" y="302726"/>
            <a:ext cx="8906982" cy="988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800"/>
              <a:t>7.CÁC BƯỚC THỰC HIỆN MÔ PHỎNG BẰNG C++</a:t>
            </a:r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29D7E2-6512-13CE-3EAC-DDDBAE1CEF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281" y="434667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6CCBD4-049F-C540-4F27-C9A0FE0E4571}"/>
              </a:ext>
            </a:extLst>
          </p:cNvPr>
          <p:cNvSpPr txBox="1"/>
          <p:nvPr/>
        </p:nvSpPr>
        <p:spPr>
          <a:xfrm>
            <a:off x="4121798" y="1106069"/>
            <a:ext cx="61162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Tiến hành viết code cho file vừa tạo:</a:t>
            </a:r>
            <a:endParaRPr lang="en-US"/>
          </a:p>
        </p:txBody>
      </p:sp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1472AE6-EE59-C937-D965-0F26BEA1E3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5787" y="1819275"/>
            <a:ext cx="3400425" cy="32194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264688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0A9DD-B889-8B92-497A-92D22523A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05CAC-0A7B-A61B-F6C5-4014E7A99A79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11989837" y="5965371"/>
            <a:ext cx="216534" cy="164837"/>
          </a:xfrm>
        </p:spPr>
        <p:txBody>
          <a:bodyPr>
            <a:normAutofit fontScale="25000" lnSpcReduction="20000"/>
          </a:bodyPr>
          <a:lstStyle/>
          <a:p>
            <a:endParaRPr lang="en-US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A4EFAD8-B6FC-1CE3-01D4-B515734EAF7B}"/>
              </a:ext>
            </a:extLst>
          </p:cNvPr>
          <p:cNvSpPr txBox="1">
            <a:spLocks/>
          </p:cNvSpPr>
          <p:nvPr/>
        </p:nvSpPr>
        <p:spPr>
          <a:xfrm>
            <a:off x="824847" y="302726"/>
            <a:ext cx="8906982" cy="988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800"/>
              <a:t>7.CÁC BƯỚC THỰC HIỆN MÔ PHỎNG BẰNG C++</a:t>
            </a:r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EA7EBB-AD03-84CB-3DEF-73D6EA7DA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281" y="434667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791725-3105-BBD2-F746-7A92AC679A03}"/>
              </a:ext>
            </a:extLst>
          </p:cNvPr>
          <p:cNvSpPr txBox="1"/>
          <p:nvPr/>
        </p:nvSpPr>
        <p:spPr>
          <a:xfrm>
            <a:off x="2460171" y="960330"/>
            <a:ext cx="7522806" cy="873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 algn="just">
              <a:lnSpc>
                <a:spcPct val="150000"/>
              </a:lnSpc>
            </a:pP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Tiếp theo tạo tệp </a:t>
            </a:r>
            <a:r>
              <a:rPr lang="en-US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tiêu đề thanh ghi để gi nhớ các bit của FF_D</a:t>
            </a: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. Click chuột phải vào Project vừa tạo chọn </a:t>
            </a: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New </a:t>
            </a:r>
            <a:r>
              <a:rPr lang="vi-VN" sz="1800" b="1">
                <a:effectLst/>
                <a:latin typeface="Segoe UI Symbol" panose="020B0502040204020203" pitchFamily="34" charset="0"/>
                <a:ea typeface="Aptos" panose="020B0004020202020204" pitchFamily="34" charset="0"/>
              </a:rPr>
              <a:t>⭢</a:t>
            </a: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Header </a:t>
            </a: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File</a:t>
            </a: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để tạo tệp.</a:t>
            </a:r>
            <a:endParaRPr lang="en-US" sz="180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ED2239E-903A-044F-8299-50AC7C103BE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90" b="43760"/>
          <a:stretch>
            <a:fillRect/>
          </a:stretch>
        </p:blipFill>
        <p:spPr bwMode="auto">
          <a:xfrm>
            <a:off x="3305175" y="2116290"/>
            <a:ext cx="5581650" cy="304506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376605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EF07B-C5BA-AE81-772A-360751056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1C62A-140B-03A1-5259-59B97363A61F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11989837" y="5965371"/>
            <a:ext cx="216534" cy="164837"/>
          </a:xfrm>
        </p:spPr>
        <p:txBody>
          <a:bodyPr>
            <a:normAutofit fontScale="25000" lnSpcReduction="20000"/>
          </a:bodyPr>
          <a:lstStyle/>
          <a:p>
            <a:endParaRPr lang="en-US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43E2D07-28D0-00DE-86F9-B10F0D939C80}"/>
              </a:ext>
            </a:extLst>
          </p:cNvPr>
          <p:cNvSpPr txBox="1">
            <a:spLocks/>
          </p:cNvSpPr>
          <p:nvPr/>
        </p:nvSpPr>
        <p:spPr>
          <a:xfrm>
            <a:off x="824847" y="302726"/>
            <a:ext cx="8906982" cy="988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800"/>
              <a:t>7.CÁC BƯỚC THỰC HIỆN MÔ PHỎNG BẰNG C++</a:t>
            </a:r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B9D94A-EB42-A041-B127-B2C6902CE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281" y="434667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CB0377-FA32-91B0-0446-FE3AB23CD77F}"/>
              </a:ext>
            </a:extLst>
          </p:cNvPr>
          <p:cNvSpPr txBox="1"/>
          <p:nvPr/>
        </p:nvSpPr>
        <p:spPr>
          <a:xfrm>
            <a:off x="3037892" y="1133232"/>
            <a:ext cx="6116216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 algn="just">
              <a:lnSpc>
                <a:spcPct val="150000"/>
              </a:lnSpc>
            </a:pP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Đặt tên cho tệp là </a:t>
            </a:r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ThanhGhi.h</a:t>
            </a: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. Sau đó chọn </a:t>
            </a: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Finish</a:t>
            </a: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. </a:t>
            </a:r>
            <a:endParaRPr lang="en-US" sz="180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253F53-66BF-0934-C3E5-CF1D8F86A8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7455" y="1786890"/>
            <a:ext cx="4657090" cy="32842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16331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68B3E-9039-BD7A-5BFD-A9A096F7C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F3FC6-354C-F4C3-BD53-737201C48B33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11989837" y="5965371"/>
            <a:ext cx="216534" cy="164837"/>
          </a:xfrm>
        </p:spPr>
        <p:txBody>
          <a:bodyPr>
            <a:normAutofit fontScale="25000" lnSpcReduction="20000"/>
          </a:bodyPr>
          <a:lstStyle/>
          <a:p>
            <a:endParaRPr lang="en-US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6A3CA23-B8FF-8E7F-AC7F-03DFC2C9C382}"/>
              </a:ext>
            </a:extLst>
          </p:cNvPr>
          <p:cNvSpPr txBox="1">
            <a:spLocks/>
          </p:cNvSpPr>
          <p:nvPr/>
        </p:nvSpPr>
        <p:spPr>
          <a:xfrm>
            <a:off x="824847" y="302726"/>
            <a:ext cx="8906982" cy="988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800"/>
              <a:t>7.CÁC BƯỚC THỰC HIỆN MÔ PHỎNG BẰNG C++</a:t>
            </a:r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76F8E2-F547-7314-D8A1-7E02CBD00B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281" y="434667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AA7E82-E964-255B-AEE9-5FF66F34D7CE}"/>
              </a:ext>
            </a:extLst>
          </p:cNvPr>
          <p:cNvSpPr txBox="1"/>
          <p:nvPr/>
        </p:nvSpPr>
        <p:spPr>
          <a:xfrm>
            <a:off x="3860541" y="1061698"/>
            <a:ext cx="6116216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 algn="just">
              <a:lnSpc>
                <a:spcPct val="150000"/>
              </a:lnSpc>
            </a:pP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Tiến hành viết code cho file vừa tạo:</a:t>
            </a:r>
            <a:endParaRPr lang="en-US" sz="180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5D18DC-D825-7E85-B7C5-C3763B93C9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2337" y="1869815"/>
            <a:ext cx="5267325" cy="28384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58707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EC469-6A74-2874-E565-3E6F61EA7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B8FB8-D2A8-62E9-E5A6-460B07D80426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11989837" y="5965371"/>
            <a:ext cx="216534" cy="164837"/>
          </a:xfrm>
        </p:spPr>
        <p:txBody>
          <a:bodyPr>
            <a:normAutofit fontScale="25000" lnSpcReduction="20000"/>
          </a:bodyPr>
          <a:lstStyle/>
          <a:p>
            <a:endParaRPr lang="en-US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6F57C03-759F-62E2-72EA-9668E0E44F5F}"/>
              </a:ext>
            </a:extLst>
          </p:cNvPr>
          <p:cNvSpPr txBox="1">
            <a:spLocks/>
          </p:cNvSpPr>
          <p:nvPr/>
        </p:nvSpPr>
        <p:spPr>
          <a:xfrm>
            <a:off x="824847" y="302726"/>
            <a:ext cx="8906982" cy="988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800"/>
              <a:t>7.CÁC BƯỚC THỰC HIỆN MÔ PHỎNG BẰNG C++</a:t>
            </a:r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51304B-8A2F-A70E-BA47-854D9FC237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281" y="434667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CD7BC8-73E1-6178-F1DA-B2369CC1CA08}"/>
              </a:ext>
            </a:extLst>
          </p:cNvPr>
          <p:cNvSpPr txBox="1"/>
          <p:nvPr/>
        </p:nvSpPr>
        <p:spPr>
          <a:xfrm>
            <a:off x="2264617" y="1057470"/>
            <a:ext cx="7662765" cy="873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 algn="just">
              <a:lnSpc>
                <a:spcPct val="150000"/>
              </a:lnSpc>
            </a:pP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Tiếp theo tạo</a:t>
            </a:r>
            <a:r>
              <a:rPr lang="en-US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thêm</a:t>
            </a: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tệp cài đặt cho</a:t>
            </a:r>
            <a:r>
              <a:rPr lang="en-US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Thanh Ghi</a:t>
            </a: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. Click chuột phải vào Project vừa tạo chọn </a:t>
            </a: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New </a:t>
            </a:r>
            <a:r>
              <a:rPr lang="vi-VN" sz="1800" b="1">
                <a:effectLst/>
                <a:latin typeface="Segoe UI Symbol" panose="020B0502040204020203" pitchFamily="34" charset="0"/>
                <a:ea typeface="Aptos" panose="020B0004020202020204" pitchFamily="34" charset="0"/>
              </a:rPr>
              <a:t>⭢</a:t>
            </a: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Source File</a:t>
            </a: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để tạo tệp cài đặt.</a:t>
            </a:r>
            <a:endParaRPr lang="en-US" sz="180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EE50541-69E6-C413-ECEE-54A8225F1E6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60" b="31951"/>
          <a:stretch>
            <a:fillRect/>
          </a:stretch>
        </p:blipFill>
        <p:spPr bwMode="auto">
          <a:xfrm>
            <a:off x="2787582" y="2053644"/>
            <a:ext cx="6616833" cy="407656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176983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27954-0F48-DA19-B11B-7B49BB9CB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69DE8-97FF-D979-AFE3-A063CF91D04A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11989837" y="5965371"/>
            <a:ext cx="216534" cy="164837"/>
          </a:xfrm>
        </p:spPr>
        <p:txBody>
          <a:bodyPr>
            <a:normAutofit fontScale="25000" lnSpcReduction="20000"/>
          </a:bodyPr>
          <a:lstStyle/>
          <a:p>
            <a:endParaRPr lang="en-US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92A39E2-98E6-47D1-76DC-79B84BBB2692}"/>
              </a:ext>
            </a:extLst>
          </p:cNvPr>
          <p:cNvSpPr txBox="1">
            <a:spLocks/>
          </p:cNvSpPr>
          <p:nvPr/>
        </p:nvSpPr>
        <p:spPr>
          <a:xfrm>
            <a:off x="824847" y="302726"/>
            <a:ext cx="8906982" cy="988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800"/>
              <a:t>7.CÁC BƯỚC THỰC HIỆN MÔ PHỎNG BẰNG C++</a:t>
            </a:r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A9FC0E-D1F6-01D4-C7F3-17D23012AF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281" y="434667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72DDF6-2978-ED87-DF95-27539AB06F48}"/>
              </a:ext>
            </a:extLst>
          </p:cNvPr>
          <p:cNvSpPr txBox="1"/>
          <p:nvPr/>
        </p:nvSpPr>
        <p:spPr>
          <a:xfrm>
            <a:off x="2731536" y="1061698"/>
            <a:ext cx="6869663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 algn="just">
              <a:lnSpc>
                <a:spcPct val="150000"/>
              </a:lnSpc>
            </a:pP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Đặt tên cho tệp cài đặt là </a:t>
            </a:r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ThanhGhi</a:t>
            </a: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.cpp</a:t>
            </a: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. Sau đó chọn </a:t>
            </a: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Finish</a:t>
            </a: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. </a:t>
            </a:r>
            <a:endParaRPr lang="en-US" sz="180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033DAC-7C8E-D7F0-AD5A-180663C735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991" y="1922952"/>
            <a:ext cx="5492018" cy="3873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293934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4DA46-C461-947C-70BE-86C8543F1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12941-5DC9-5C6E-5990-7DD3A5DF8076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11989837" y="5965371"/>
            <a:ext cx="216534" cy="164837"/>
          </a:xfrm>
        </p:spPr>
        <p:txBody>
          <a:bodyPr>
            <a:normAutofit fontScale="25000" lnSpcReduction="20000"/>
          </a:bodyPr>
          <a:lstStyle/>
          <a:p>
            <a:endParaRPr lang="en-US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69D132D-8EB3-CD84-EE64-4BB5B1E8A5D7}"/>
              </a:ext>
            </a:extLst>
          </p:cNvPr>
          <p:cNvSpPr txBox="1">
            <a:spLocks/>
          </p:cNvSpPr>
          <p:nvPr/>
        </p:nvSpPr>
        <p:spPr>
          <a:xfrm>
            <a:off x="824847" y="302726"/>
            <a:ext cx="8906982" cy="988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800"/>
              <a:t>7.CÁC BƯỚC THỰC HIỆN MÔ PHỎNG BẰNG C++</a:t>
            </a:r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20535A-D907-83FA-874E-F27621F3DA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281" y="434667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17B4CF-A833-300D-3CE1-E1AF9CD12DCC}"/>
              </a:ext>
            </a:extLst>
          </p:cNvPr>
          <p:cNvSpPr txBox="1"/>
          <p:nvPr/>
        </p:nvSpPr>
        <p:spPr>
          <a:xfrm>
            <a:off x="3615613" y="1061698"/>
            <a:ext cx="6116216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 algn="just">
              <a:lnSpc>
                <a:spcPct val="150000"/>
              </a:lnSpc>
            </a:pP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Tiến hành viết code cho file vừa tạo:</a:t>
            </a:r>
            <a:endParaRPr lang="en-US" sz="180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D35C04-CEC2-71D4-144E-CD334EB47A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2486" y="1519772"/>
            <a:ext cx="7947028" cy="49609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321509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08C56-E8A2-0B0F-24BA-2EF0CC683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9D88F-FF22-87CC-76EA-201CED5CC67C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11989837" y="5965371"/>
            <a:ext cx="216534" cy="164837"/>
          </a:xfrm>
        </p:spPr>
        <p:txBody>
          <a:bodyPr>
            <a:normAutofit fontScale="25000" lnSpcReduction="20000"/>
          </a:bodyPr>
          <a:lstStyle/>
          <a:p>
            <a:endParaRPr lang="en-US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74EFC27-D8E1-0C9E-1620-E4C92787B6B0}"/>
              </a:ext>
            </a:extLst>
          </p:cNvPr>
          <p:cNvSpPr txBox="1">
            <a:spLocks/>
          </p:cNvSpPr>
          <p:nvPr/>
        </p:nvSpPr>
        <p:spPr>
          <a:xfrm>
            <a:off x="824847" y="302726"/>
            <a:ext cx="8906982" cy="988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800"/>
              <a:t>7.CÁC BƯỚC THỰC HIỆN MÔ PHỎNG BẰNG C++</a:t>
            </a:r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E241A5-5D4D-A2D0-73B4-560676BC0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281" y="434667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024F6A-6079-6A26-84DE-D2FCE373C5CE}"/>
              </a:ext>
            </a:extLst>
          </p:cNvPr>
          <p:cNvSpPr txBox="1"/>
          <p:nvPr/>
        </p:nvSpPr>
        <p:spPr>
          <a:xfrm>
            <a:off x="2656503" y="1290735"/>
            <a:ext cx="68789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Tiếp theo tạo tệp chương trình chính cho Project. Click chuột phải vào Project vừa tạo chọn </a:t>
            </a:r>
            <a:r>
              <a:rPr lang="en-US" sz="1800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New </a:t>
            </a:r>
            <a:r>
              <a:rPr lang="en-US" sz="1800" b="1" kern="0"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⭢</a:t>
            </a:r>
            <a:r>
              <a:rPr lang="en-US" sz="1800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Source File</a:t>
            </a:r>
            <a:r>
              <a:rPr lang="en-US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để tạo tệp chương trình chính</a:t>
            </a:r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0338516-12F2-7AD0-4DBC-579C0A28DCB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59" b="32642"/>
          <a:stretch>
            <a:fillRect/>
          </a:stretch>
        </p:blipFill>
        <p:spPr bwMode="auto">
          <a:xfrm>
            <a:off x="3142265" y="2111938"/>
            <a:ext cx="5758180" cy="358584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4286483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36FE4-6AB7-CFE9-DD09-913C52F0E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C53E5-E247-E8DF-83F1-1955F868759D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11989837" y="5965371"/>
            <a:ext cx="216534" cy="164837"/>
          </a:xfrm>
        </p:spPr>
        <p:txBody>
          <a:bodyPr>
            <a:normAutofit fontScale="25000" lnSpcReduction="20000"/>
          </a:bodyPr>
          <a:lstStyle/>
          <a:p>
            <a:endParaRPr lang="en-US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8231C77-CE78-3140-8763-009BDA328F6A}"/>
              </a:ext>
            </a:extLst>
          </p:cNvPr>
          <p:cNvSpPr txBox="1">
            <a:spLocks/>
          </p:cNvSpPr>
          <p:nvPr/>
        </p:nvSpPr>
        <p:spPr>
          <a:xfrm>
            <a:off x="824847" y="302726"/>
            <a:ext cx="8906982" cy="988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800"/>
              <a:t>7.CÁC BƯỚC THỰC HIỆN MÔ PHỎNG BẰNG C++</a:t>
            </a:r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9EED08-865B-E304-73B5-379A9FEE2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281" y="434667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8CCD11-4768-8E52-A84F-E84B336457B6}"/>
              </a:ext>
            </a:extLst>
          </p:cNvPr>
          <p:cNvSpPr txBox="1"/>
          <p:nvPr/>
        </p:nvSpPr>
        <p:spPr>
          <a:xfrm>
            <a:off x="2451229" y="1290735"/>
            <a:ext cx="72895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Đặt tên cho tệp chương trình chính là </a:t>
            </a:r>
            <a:r>
              <a:rPr lang="en-US" sz="1800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FF_D_main.cpp</a:t>
            </a:r>
            <a:r>
              <a:rPr lang="en-US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Sau đó chọn </a:t>
            </a:r>
            <a:r>
              <a:rPr lang="en-US" sz="1800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Finish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F72873-9F9C-D7E7-29F9-97141505BC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7226" y="1904546"/>
            <a:ext cx="5757545" cy="4060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791937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9C74C-14D9-237F-627F-2F0042235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BC8AE-EE48-796F-F179-105CE079AA3C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11989837" y="5965371"/>
            <a:ext cx="216534" cy="164837"/>
          </a:xfrm>
        </p:spPr>
        <p:txBody>
          <a:bodyPr>
            <a:normAutofit fontScale="25000" lnSpcReduction="20000"/>
          </a:bodyPr>
          <a:lstStyle/>
          <a:p>
            <a:endParaRPr lang="en-US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A979D46-2E36-64D5-760B-B9A7D90FBB4D}"/>
              </a:ext>
            </a:extLst>
          </p:cNvPr>
          <p:cNvSpPr txBox="1">
            <a:spLocks/>
          </p:cNvSpPr>
          <p:nvPr/>
        </p:nvSpPr>
        <p:spPr>
          <a:xfrm>
            <a:off x="824847" y="302726"/>
            <a:ext cx="8906982" cy="988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800"/>
              <a:t>7.CÁC BƯỚC THỰC HIỆN MÔ PHỎNG BẰNG C++</a:t>
            </a:r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B4AB8E-E8D8-D085-FCCB-E28C429E3F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281" y="434667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FFA696-B605-62A1-B4E3-D005535E6D67}"/>
              </a:ext>
            </a:extLst>
          </p:cNvPr>
          <p:cNvSpPr txBox="1"/>
          <p:nvPr/>
        </p:nvSpPr>
        <p:spPr>
          <a:xfrm>
            <a:off x="3615613" y="918628"/>
            <a:ext cx="6116216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 algn="just">
              <a:lnSpc>
                <a:spcPct val="150000"/>
              </a:lnSpc>
            </a:pP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Tiến hành viết code cho file vừa tạo:</a:t>
            </a:r>
            <a:endParaRPr lang="en-US" sz="180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B62C71-AA0B-3CDA-707D-32CCBDA8D8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9" t="-584" r="17825" b="47802"/>
          <a:stretch>
            <a:fillRect/>
          </a:stretch>
        </p:blipFill>
        <p:spPr bwMode="auto">
          <a:xfrm>
            <a:off x="102636" y="1469572"/>
            <a:ext cx="5553067" cy="3839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894F91-61A9-3E5D-D02A-FA0BD1D48D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2" t="50640" b="3603"/>
          <a:stretch>
            <a:fillRect/>
          </a:stretch>
        </p:blipFill>
        <p:spPr bwMode="auto">
          <a:xfrm>
            <a:off x="5730347" y="1655288"/>
            <a:ext cx="6520197" cy="31966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53902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74C88-80E7-9DD5-AD34-EB9543D27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9AF06-CA75-724C-CE19-1709DB2E5DA2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11989837" y="5965371"/>
            <a:ext cx="216534" cy="164837"/>
          </a:xfrm>
        </p:spPr>
        <p:txBody>
          <a:bodyPr>
            <a:normAutofit fontScale="25000" lnSpcReduction="20000"/>
          </a:bodyPr>
          <a:lstStyle/>
          <a:p>
            <a:endParaRPr lang="en-US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ADF039A-891B-4FC5-ED73-0B337627115B}"/>
              </a:ext>
            </a:extLst>
          </p:cNvPr>
          <p:cNvSpPr txBox="1">
            <a:spLocks/>
          </p:cNvSpPr>
          <p:nvPr/>
        </p:nvSpPr>
        <p:spPr>
          <a:xfrm>
            <a:off x="824847" y="302726"/>
            <a:ext cx="8906982" cy="988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800"/>
              <a:t>7.CÁC BƯỚC THỰC HIỆN MÔ PHỎNG BẰNG C++</a:t>
            </a:r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B5C923-9107-2951-4B11-FE26DF700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281" y="434667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69F433-9159-55EF-9553-1683BF967B62}"/>
              </a:ext>
            </a:extLst>
          </p:cNvPr>
          <p:cNvSpPr txBox="1"/>
          <p:nvPr/>
        </p:nvSpPr>
        <p:spPr>
          <a:xfrm>
            <a:off x="1779425" y="1061698"/>
            <a:ext cx="8633149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 algn="just">
              <a:lnSpc>
                <a:spcPct val="150000"/>
              </a:lnSpc>
            </a:pP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Tiếp theo tiến hành Build Project bằng cách bấm vào </a:t>
            </a: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Project </a:t>
            </a: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và chọn </a:t>
            </a: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Build </a:t>
            </a:r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All</a:t>
            </a: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.</a:t>
            </a:r>
            <a:endParaRPr lang="en-US" sz="180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94D2C76-03BC-43E9-0EBA-8C66EE32A9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0641" y="1636870"/>
            <a:ext cx="1910715" cy="25927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361694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6288A-4E36-C1C5-E43D-AD7E0B1D4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06325-4BA7-EF09-B36D-5EB962EE27D5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11989837" y="5965371"/>
            <a:ext cx="216534" cy="164837"/>
          </a:xfrm>
        </p:spPr>
        <p:txBody>
          <a:bodyPr>
            <a:normAutofit fontScale="25000" lnSpcReduction="20000"/>
          </a:bodyPr>
          <a:lstStyle/>
          <a:p>
            <a:endParaRPr lang="en-US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E81C3A7-8185-DEE9-B322-03E6C25F68ED}"/>
              </a:ext>
            </a:extLst>
          </p:cNvPr>
          <p:cNvSpPr txBox="1">
            <a:spLocks/>
          </p:cNvSpPr>
          <p:nvPr/>
        </p:nvSpPr>
        <p:spPr>
          <a:xfrm>
            <a:off x="824847" y="302726"/>
            <a:ext cx="8906982" cy="988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800"/>
              <a:t>7.CÁC BƯỚC THỰC HIỆN MÔ PHỎNG BẰNG C++</a:t>
            </a:r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62A150-1DFD-92EA-9ABC-7908FB78A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281" y="434667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B16112-70A4-D859-63F4-E66ADA3E0AEF}"/>
              </a:ext>
            </a:extLst>
          </p:cNvPr>
          <p:cNvSpPr txBox="1"/>
          <p:nvPr/>
        </p:nvSpPr>
        <p:spPr>
          <a:xfrm>
            <a:off x="2577192" y="1046781"/>
            <a:ext cx="7392178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 algn="just">
              <a:lnSpc>
                <a:spcPct val="150000"/>
              </a:lnSpc>
            </a:pP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Nếu không có lỗi khi build thì tiến hành Debug. Bấm vào </a:t>
            </a: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Run</a:t>
            </a: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và chọn </a:t>
            </a: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Debug Configurations... </a:t>
            </a:r>
            <a:endParaRPr lang="en-US" sz="180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690FD5F-C075-D2B3-22BF-D4307FB13AB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34" r="34627" b="14622"/>
          <a:stretch>
            <a:fillRect/>
          </a:stretch>
        </p:blipFill>
        <p:spPr bwMode="auto">
          <a:xfrm>
            <a:off x="5373726" y="1540844"/>
            <a:ext cx="2172335" cy="427037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2008431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44608-8583-0BCF-472D-08C8389EE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DEC5E-0D7A-0B1F-8E5E-BE40489280F6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11989837" y="5965371"/>
            <a:ext cx="216534" cy="164837"/>
          </a:xfrm>
        </p:spPr>
        <p:txBody>
          <a:bodyPr>
            <a:normAutofit fontScale="25000" lnSpcReduction="20000"/>
          </a:bodyPr>
          <a:lstStyle/>
          <a:p>
            <a:endParaRPr lang="en-US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2BFE475-6998-34DB-4333-C5B36962682B}"/>
              </a:ext>
            </a:extLst>
          </p:cNvPr>
          <p:cNvSpPr txBox="1">
            <a:spLocks/>
          </p:cNvSpPr>
          <p:nvPr/>
        </p:nvSpPr>
        <p:spPr>
          <a:xfrm>
            <a:off x="824847" y="302726"/>
            <a:ext cx="8906982" cy="988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800"/>
              <a:t>7.CÁC BƯỚC THỰC HIỆN MÔ PHỎNG BẰNG C++</a:t>
            </a:r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C2310B-144D-6DFE-1B40-A1DA0B0F7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281" y="434667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662CAD-8604-7FE4-7A6E-F43CFFC5DFCA}"/>
              </a:ext>
            </a:extLst>
          </p:cNvPr>
          <p:cNvSpPr txBox="1"/>
          <p:nvPr/>
        </p:nvSpPr>
        <p:spPr>
          <a:xfrm>
            <a:off x="2679829" y="1006983"/>
            <a:ext cx="7186904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 algn="just">
              <a:lnSpc>
                <a:spcPct val="150000"/>
              </a:lnSpc>
            </a:pP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Nó sẽ hiện ra như hình. Sau đó bắt đầu chuyển qua lại giữa tab </a:t>
            </a: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Main </a:t>
            </a: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và </a:t>
            </a: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Arguments </a:t>
            </a: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để chữ </a:t>
            </a: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Debug </a:t>
            </a: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sáng lên là có thể debug được.</a:t>
            </a:r>
            <a:endParaRPr lang="en-US" sz="180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39A049-2A27-FB0F-A739-D25D452E0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6392" y="1994992"/>
            <a:ext cx="7410341" cy="42588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719522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193D9-B5A5-A23F-DF8D-2259020D6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A0FFB-7238-73D2-04C8-D12F08BD8610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11989837" y="5965371"/>
            <a:ext cx="216534" cy="164837"/>
          </a:xfrm>
        </p:spPr>
        <p:txBody>
          <a:bodyPr>
            <a:normAutofit fontScale="25000" lnSpcReduction="20000"/>
          </a:bodyPr>
          <a:lstStyle/>
          <a:p>
            <a:endParaRPr lang="en-US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4265E82-A599-D7DA-9B49-0918A809FA40}"/>
              </a:ext>
            </a:extLst>
          </p:cNvPr>
          <p:cNvSpPr txBox="1">
            <a:spLocks/>
          </p:cNvSpPr>
          <p:nvPr/>
        </p:nvSpPr>
        <p:spPr>
          <a:xfrm>
            <a:off x="824847" y="302726"/>
            <a:ext cx="8906982" cy="988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800"/>
              <a:t>7.CÁC BƯỚC THỰC HIỆN MÔ PHỎNG BẰNG C++</a:t>
            </a:r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056EFA-012D-730D-76A3-9E7F23AE6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281" y="434667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84C587-941E-A910-7C93-BE1787A308B5}"/>
              </a:ext>
            </a:extLst>
          </p:cNvPr>
          <p:cNvSpPr txBox="1"/>
          <p:nvPr/>
        </p:nvSpPr>
        <p:spPr>
          <a:xfrm>
            <a:off x="177281" y="1009459"/>
            <a:ext cx="6116216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 algn="just">
              <a:lnSpc>
                <a:spcPct val="150000"/>
              </a:lnSpc>
              <a:buNone/>
            </a:pP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Chọn </a:t>
            </a: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Run </a:t>
            </a: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để tiến hành chạy chương trình.</a:t>
            </a:r>
            <a:endParaRPr lang="en-US" sz="180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indent="457200" algn="just">
              <a:lnSpc>
                <a:spcPct val="150000"/>
              </a:lnSpc>
            </a:pP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Đây là kết quả của chương trình vừa chạy.</a:t>
            </a:r>
            <a:endParaRPr lang="en-US" sz="180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EBD2F3-5783-9F29-C361-F7F255789957}"/>
              </a:ext>
            </a:extLst>
          </p:cNvPr>
          <p:cNvSpPr txBox="1"/>
          <p:nvPr/>
        </p:nvSpPr>
        <p:spPr>
          <a:xfrm>
            <a:off x="650810" y="1883031"/>
            <a:ext cx="61162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 bước demo :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C6572B-EDDE-0B7E-A1DE-B5401B1E6332}"/>
              </a:ext>
            </a:extLst>
          </p:cNvPr>
          <p:cNvSpPr txBox="1"/>
          <p:nvPr/>
        </p:nvSpPr>
        <p:spPr>
          <a:xfrm>
            <a:off x="3615613" y="2067697"/>
            <a:ext cx="6116216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>
              <a:lnSpc>
                <a:spcPct val="150000"/>
              </a:lnSpc>
            </a:pPr>
            <a:r>
              <a:rPr lang="en-US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-Nhập dữ liệu đầu vào D (0 hoặc 1) bấm 3 để nhập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D7C0E9C-57C3-6146-1FDC-AA5D0DC0DC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1759" y="2525771"/>
            <a:ext cx="4338470" cy="3371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202893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967D0-E903-4940-6926-1EFEDEAB4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CA20E-6163-DE77-A539-8A45A5121679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11989837" y="5965371"/>
            <a:ext cx="216534" cy="164837"/>
          </a:xfrm>
        </p:spPr>
        <p:txBody>
          <a:bodyPr>
            <a:normAutofit fontScale="25000" lnSpcReduction="20000"/>
          </a:bodyPr>
          <a:lstStyle/>
          <a:p>
            <a:endParaRPr lang="en-US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39B786F-F6B8-9057-521A-B91F8D4AA699}"/>
              </a:ext>
            </a:extLst>
          </p:cNvPr>
          <p:cNvSpPr txBox="1">
            <a:spLocks/>
          </p:cNvSpPr>
          <p:nvPr/>
        </p:nvSpPr>
        <p:spPr>
          <a:xfrm>
            <a:off x="824847" y="302726"/>
            <a:ext cx="8906982" cy="988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800"/>
              <a:t>7.CÁC BƯỚC THỰC HIỆN MÔ PHỎNG BẰNG C++</a:t>
            </a:r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CB0484-277C-85DE-8C11-96D412B24A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281" y="434667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FE0288-5F6D-70D8-2208-784ADB186AB2}"/>
              </a:ext>
            </a:extLst>
          </p:cNvPr>
          <p:cNvSpPr txBox="1"/>
          <p:nvPr/>
        </p:nvSpPr>
        <p:spPr>
          <a:xfrm>
            <a:off x="177281" y="1009459"/>
            <a:ext cx="6116216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 algn="just">
              <a:lnSpc>
                <a:spcPct val="150000"/>
              </a:lnSpc>
              <a:buNone/>
            </a:pP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Chọn </a:t>
            </a: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Run </a:t>
            </a: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để tiến hành chạy chương trình.</a:t>
            </a:r>
            <a:endParaRPr lang="en-US" sz="180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indent="457200" algn="just">
              <a:lnSpc>
                <a:spcPct val="150000"/>
              </a:lnSpc>
            </a:pP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Đây là kết quả của chương trình vừa chạy.</a:t>
            </a:r>
            <a:endParaRPr lang="en-US" sz="180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C23B9C-8DD2-C9C0-DFD5-5060D0CC9B09}"/>
              </a:ext>
            </a:extLst>
          </p:cNvPr>
          <p:cNvSpPr txBox="1"/>
          <p:nvPr/>
        </p:nvSpPr>
        <p:spPr>
          <a:xfrm>
            <a:off x="650810" y="1883031"/>
            <a:ext cx="61162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 bước demo :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FC8543-DE53-CF93-9042-369B70C444EB}"/>
              </a:ext>
            </a:extLst>
          </p:cNvPr>
          <p:cNvSpPr txBox="1"/>
          <p:nvPr/>
        </p:nvSpPr>
        <p:spPr>
          <a:xfrm>
            <a:off x="2218353" y="2067697"/>
            <a:ext cx="7952014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0" algn="just">
              <a:lnSpc>
                <a:spcPct val="150000"/>
              </a:lnSpc>
            </a:pP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-Nhập D=1 sau đó bấm xung Clk( bấm 1 ). Q3Q2Q1Q0 ra đúng bảng sự thật </a:t>
            </a:r>
            <a:endParaRPr lang="en-US" sz="180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F293325-6D6B-BB85-3451-E4F750B6FD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8203" y="2659993"/>
            <a:ext cx="4150587" cy="32282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398636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7BE34-338A-2509-273C-78605F5DE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6649C-10CB-F97E-011F-608B754A0693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11989837" y="5965371"/>
            <a:ext cx="216534" cy="164837"/>
          </a:xfrm>
        </p:spPr>
        <p:txBody>
          <a:bodyPr>
            <a:normAutofit fontScale="25000" lnSpcReduction="20000"/>
          </a:bodyPr>
          <a:lstStyle/>
          <a:p>
            <a:endParaRPr lang="en-US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9E560FB-6D4A-B716-A4AE-BD5BDF60F1D4}"/>
              </a:ext>
            </a:extLst>
          </p:cNvPr>
          <p:cNvSpPr txBox="1">
            <a:spLocks/>
          </p:cNvSpPr>
          <p:nvPr/>
        </p:nvSpPr>
        <p:spPr>
          <a:xfrm>
            <a:off x="824847" y="302726"/>
            <a:ext cx="8906982" cy="988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800"/>
              <a:t>7.CÁC BƯỚC THỰC HIỆN MÔ PHỎNG BẰNG C++</a:t>
            </a:r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722BDC-CE17-08D7-3099-925A12EE6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281" y="434667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55B858-5A62-6CAB-88B4-EDB6CCD2EE82}"/>
              </a:ext>
            </a:extLst>
          </p:cNvPr>
          <p:cNvSpPr txBox="1"/>
          <p:nvPr/>
        </p:nvSpPr>
        <p:spPr>
          <a:xfrm>
            <a:off x="177281" y="1009459"/>
            <a:ext cx="6116216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 algn="just">
              <a:lnSpc>
                <a:spcPct val="150000"/>
              </a:lnSpc>
              <a:buNone/>
            </a:pP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Chọn </a:t>
            </a: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Run </a:t>
            </a: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để tiến hành chạy chương trình.</a:t>
            </a:r>
            <a:endParaRPr lang="en-US" sz="180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indent="457200" algn="just">
              <a:lnSpc>
                <a:spcPct val="150000"/>
              </a:lnSpc>
            </a:pP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Đây là kết quả của chương trình vừa chạy.</a:t>
            </a:r>
            <a:endParaRPr lang="en-US" sz="180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984E97-D468-B60D-0179-BF1C80B31D70}"/>
              </a:ext>
            </a:extLst>
          </p:cNvPr>
          <p:cNvSpPr txBox="1"/>
          <p:nvPr/>
        </p:nvSpPr>
        <p:spPr>
          <a:xfrm>
            <a:off x="650810" y="1883031"/>
            <a:ext cx="61162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 bước demo :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E6C3C7-6BA2-CDDE-398A-E099B025DD8E}"/>
              </a:ext>
            </a:extLst>
          </p:cNvPr>
          <p:cNvSpPr txBox="1"/>
          <p:nvPr/>
        </p:nvSpPr>
        <p:spPr>
          <a:xfrm>
            <a:off x="3235389" y="2220432"/>
            <a:ext cx="61162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-Nhấn tiếp xung Clk( Bấm 1 ). Q3Q2Q1Q0 dịch phải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80C005-99F8-2831-3212-FE310590A6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7088" y="2662003"/>
            <a:ext cx="4097823" cy="31865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718088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76CE5-B016-8C0B-ABF9-E429965F8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9212C-B051-BB76-24FF-5904727BBA01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11989837" y="5965371"/>
            <a:ext cx="216534" cy="164837"/>
          </a:xfrm>
        </p:spPr>
        <p:txBody>
          <a:bodyPr>
            <a:normAutofit fontScale="25000" lnSpcReduction="20000"/>
          </a:bodyPr>
          <a:lstStyle/>
          <a:p>
            <a:endParaRPr lang="en-US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44DB1E9-C9FD-5321-315E-8F9E15F60112}"/>
              </a:ext>
            </a:extLst>
          </p:cNvPr>
          <p:cNvSpPr txBox="1">
            <a:spLocks/>
          </p:cNvSpPr>
          <p:nvPr/>
        </p:nvSpPr>
        <p:spPr>
          <a:xfrm>
            <a:off x="824847" y="302726"/>
            <a:ext cx="8906982" cy="988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800"/>
              <a:t>7.CÁC BƯỚC THỰC HIỆN MÔ PHỎNG BẰNG C++</a:t>
            </a:r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4A94A0-3773-C497-82FA-1B4D8E03BD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4334" y="2164307"/>
            <a:ext cx="49593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-Nhấn tiếp xung Clk( Bấm 1 ). Q3Q2Q1Q0 dịch phải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F259E0-13DD-47DF-3C7A-03EF14512247}"/>
              </a:ext>
            </a:extLst>
          </p:cNvPr>
          <p:cNvSpPr txBox="1"/>
          <p:nvPr/>
        </p:nvSpPr>
        <p:spPr>
          <a:xfrm>
            <a:off x="177281" y="1009459"/>
            <a:ext cx="6116216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 algn="just">
              <a:lnSpc>
                <a:spcPct val="150000"/>
              </a:lnSpc>
              <a:buNone/>
            </a:pP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Chọn </a:t>
            </a: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Run </a:t>
            </a: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để tiến hành chạy chương trình.</a:t>
            </a:r>
            <a:endParaRPr lang="en-US" sz="180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indent="457200" algn="just">
              <a:lnSpc>
                <a:spcPct val="150000"/>
              </a:lnSpc>
            </a:pP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Đây là kết quả của chương trình vừa chạy.</a:t>
            </a:r>
            <a:endParaRPr lang="en-US" sz="180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C0D700-28AE-9BD5-2547-16AFF348D9B9}"/>
              </a:ext>
            </a:extLst>
          </p:cNvPr>
          <p:cNvSpPr txBox="1"/>
          <p:nvPr/>
        </p:nvSpPr>
        <p:spPr>
          <a:xfrm>
            <a:off x="650810" y="1883031"/>
            <a:ext cx="61162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 bước demo :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A2CAC43-81AA-F2E5-D04E-B4BD6FC7AB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4472" y="2596863"/>
            <a:ext cx="4443056" cy="34549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67672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2B674-12F7-2937-133B-FB834C54B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72EF1-0FC6-06CA-6A45-2943E7069DFB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11989837" y="5965371"/>
            <a:ext cx="216534" cy="164837"/>
          </a:xfrm>
        </p:spPr>
        <p:txBody>
          <a:bodyPr>
            <a:normAutofit fontScale="25000" lnSpcReduction="20000"/>
          </a:bodyPr>
          <a:lstStyle/>
          <a:p>
            <a:endParaRPr lang="en-US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4628AF7-AA90-5747-5D9D-D9DE59AE2906}"/>
              </a:ext>
            </a:extLst>
          </p:cNvPr>
          <p:cNvSpPr txBox="1">
            <a:spLocks/>
          </p:cNvSpPr>
          <p:nvPr/>
        </p:nvSpPr>
        <p:spPr>
          <a:xfrm>
            <a:off x="824847" y="302726"/>
            <a:ext cx="8906982" cy="988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800"/>
              <a:t>7.CÁC BƯỚC THỰC HIỆN MÔ PHỎNG BẰNG C++</a:t>
            </a:r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BBF144-B1B7-8EFA-1F60-BD95C7679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281" y="434667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778A56-74D4-4F35-18CD-057C048C4039}"/>
              </a:ext>
            </a:extLst>
          </p:cNvPr>
          <p:cNvSpPr txBox="1"/>
          <p:nvPr/>
        </p:nvSpPr>
        <p:spPr>
          <a:xfrm>
            <a:off x="177281" y="1009459"/>
            <a:ext cx="6116216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 algn="just">
              <a:lnSpc>
                <a:spcPct val="150000"/>
              </a:lnSpc>
              <a:buNone/>
            </a:pP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Chọn </a:t>
            </a: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Run </a:t>
            </a: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để tiến hành chạy chương trình.</a:t>
            </a:r>
            <a:endParaRPr lang="en-US" sz="180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indent="457200" algn="just">
              <a:lnSpc>
                <a:spcPct val="150000"/>
              </a:lnSpc>
            </a:pP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Đây là kết quả của chương trình vừa chạy.</a:t>
            </a:r>
            <a:endParaRPr lang="en-US" sz="180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6E819C-6224-76B8-45DE-324F5A516BC8}"/>
              </a:ext>
            </a:extLst>
          </p:cNvPr>
          <p:cNvSpPr txBox="1"/>
          <p:nvPr/>
        </p:nvSpPr>
        <p:spPr>
          <a:xfrm>
            <a:off x="650810" y="1883031"/>
            <a:ext cx="61162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 bước demo :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13B9B3-6236-431E-8DEE-0F7202647E0B}"/>
              </a:ext>
            </a:extLst>
          </p:cNvPr>
          <p:cNvSpPr txBox="1"/>
          <p:nvPr/>
        </p:nvSpPr>
        <p:spPr>
          <a:xfrm>
            <a:off x="2143319" y="2108853"/>
            <a:ext cx="7905361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0" algn="just">
              <a:lnSpc>
                <a:spcPct val="150000"/>
              </a:lnSpc>
            </a:pP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-Nhập D=</a:t>
            </a:r>
            <a:r>
              <a:rPr lang="en-US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0</a:t>
            </a: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sau đó bấm xung Clk( bấm 1 ). Q3Q2Q1Q0 ra đúng bảng sự thật </a:t>
            </a:r>
            <a:endParaRPr lang="en-US" sz="180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DEFD57-A4BD-D0B4-C2AB-6B31ECB160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5160" y="2551864"/>
            <a:ext cx="4601677" cy="35783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580825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B799E-B057-183C-ECF3-927C723DA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40C28-D866-7542-7CF9-D138C7717F1C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11989837" y="5965371"/>
            <a:ext cx="216534" cy="164837"/>
          </a:xfrm>
        </p:spPr>
        <p:txBody>
          <a:bodyPr>
            <a:normAutofit fontScale="25000" lnSpcReduction="20000"/>
          </a:bodyPr>
          <a:lstStyle/>
          <a:p>
            <a:endParaRPr lang="en-US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16C8BC4-BDA9-9A14-C51F-D152F50F0746}"/>
              </a:ext>
            </a:extLst>
          </p:cNvPr>
          <p:cNvSpPr txBox="1">
            <a:spLocks/>
          </p:cNvSpPr>
          <p:nvPr/>
        </p:nvSpPr>
        <p:spPr>
          <a:xfrm>
            <a:off x="824847" y="302726"/>
            <a:ext cx="8906982" cy="988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800"/>
              <a:t>7.CÁC BƯỚC THỰC HIỆN MÔ PHỎNG BẰNG C++</a:t>
            </a:r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E172CE-60C9-CCAA-C406-4E55A36E9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281" y="434667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940863-1EC7-5A27-3E87-B06D0459529F}"/>
              </a:ext>
            </a:extLst>
          </p:cNvPr>
          <p:cNvSpPr txBox="1"/>
          <p:nvPr/>
        </p:nvSpPr>
        <p:spPr>
          <a:xfrm>
            <a:off x="177281" y="1009459"/>
            <a:ext cx="6116216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 algn="just">
              <a:lnSpc>
                <a:spcPct val="150000"/>
              </a:lnSpc>
              <a:buNone/>
            </a:pP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Chọn </a:t>
            </a: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Run </a:t>
            </a: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để tiến hành chạy chương trình.</a:t>
            </a:r>
            <a:endParaRPr lang="en-US" sz="180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indent="457200" algn="just">
              <a:lnSpc>
                <a:spcPct val="150000"/>
              </a:lnSpc>
            </a:pP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Đây là kết quả của chương trình vừa chạy.</a:t>
            </a:r>
            <a:endParaRPr lang="en-US" sz="180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AF10F7-D71F-5AB8-FABD-D491F0623DAC}"/>
              </a:ext>
            </a:extLst>
          </p:cNvPr>
          <p:cNvSpPr txBox="1"/>
          <p:nvPr/>
        </p:nvSpPr>
        <p:spPr>
          <a:xfrm>
            <a:off x="650810" y="1883031"/>
            <a:ext cx="61162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 bước demo :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408F06-6502-67EC-07DE-E0332237EB7B}"/>
              </a:ext>
            </a:extLst>
          </p:cNvPr>
          <p:cNvSpPr txBox="1"/>
          <p:nvPr/>
        </p:nvSpPr>
        <p:spPr>
          <a:xfrm>
            <a:off x="3338026" y="2164307"/>
            <a:ext cx="61162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-Nhấn tiếp xung Clk( Bấm 1 ). Q3Q2Q1Q0 dịch phải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CD6C73-C09E-B453-5F83-CB79A8EED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5356" y="2533639"/>
            <a:ext cx="4816281" cy="37452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648464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B16E4-BC7E-CF1F-DDB2-4F527FAB5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299A4-F299-0E47-77D2-61FF346F5F2A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11989837" y="5965371"/>
            <a:ext cx="216534" cy="164837"/>
          </a:xfrm>
        </p:spPr>
        <p:txBody>
          <a:bodyPr>
            <a:normAutofit fontScale="25000" lnSpcReduction="20000"/>
          </a:bodyPr>
          <a:lstStyle/>
          <a:p>
            <a:endParaRPr lang="en-US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427D6B3-42DE-16F8-C2BF-EF30B904AF7C}"/>
              </a:ext>
            </a:extLst>
          </p:cNvPr>
          <p:cNvSpPr txBox="1">
            <a:spLocks/>
          </p:cNvSpPr>
          <p:nvPr/>
        </p:nvSpPr>
        <p:spPr>
          <a:xfrm>
            <a:off x="824847" y="302726"/>
            <a:ext cx="8906982" cy="988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800"/>
              <a:t>7.CÁC BƯỚC THỰC HIỆN MÔ PHỎNG BẰNG C++</a:t>
            </a:r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D0FF8B-3694-3825-3411-A463AFA48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281" y="434667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BB3CED-9FB8-FDFF-5470-55F5731CCAAA}"/>
              </a:ext>
            </a:extLst>
          </p:cNvPr>
          <p:cNvSpPr txBox="1"/>
          <p:nvPr/>
        </p:nvSpPr>
        <p:spPr>
          <a:xfrm>
            <a:off x="177281" y="1009459"/>
            <a:ext cx="6116216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 algn="just">
              <a:lnSpc>
                <a:spcPct val="150000"/>
              </a:lnSpc>
              <a:buNone/>
            </a:pP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Chọn </a:t>
            </a: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Run </a:t>
            </a: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để tiến hành chạy chương trình.</a:t>
            </a:r>
            <a:endParaRPr lang="en-US" sz="180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indent="457200" algn="just">
              <a:lnSpc>
                <a:spcPct val="150000"/>
              </a:lnSpc>
            </a:pP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Đây là kết quả của chương trình vừa chạy.</a:t>
            </a:r>
            <a:endParaRPr lang="en-US" sz="180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586304-6ADD-902B-3236-94D415D6C860}"/>
              </a:ext>
            </a:extLst>
          </p:cNvPr>
          <p:cNvSpPr txBox="1"/>
          <p:nvPr/>
        </p:nvSpPr>
        <p:spPr>
          <a:xfrm>
            <a:off x="650810" y="1883031"/>
            <a:ext cx="61162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 bước demo :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0A70CA-456D-DB46-89F1-02EE5C5936E7}"/>
              </a:ext>
            </a:extLst>
          </p:cNvPr>
          <p:cNvSpPr txBox="1"/>
          <p:nvPr/>
        </p:nvSpPr>
        <p:spPr>
          <a:xfrm>
            <a:off x="2423626" y="2108853"/>
            <a:ext cx="7905361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0" algn="just">
              <a:lnSpc>
                <a:spcPct val="150000"/>
              </a:lnSpc>
            </a:pP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-Nhập D=</a:t>
            </a:r>
            <a:r>
              <a:rPr lang="en-US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1</a:t>
            </a: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sau đó bấm xung Clk( bấm 1 ). Q3Q2Q1Q0 ra đúng bảng sự thật </a:t>
            </a:r>
            <a:endParaRPr lang="en-US" sz="180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A4A7C5-7E75-A429-10CA-CB918D583C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3235" y="2566927"/>
            <a:ext cx="4788288" cy="37234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18553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691AC-D052-7F81-D7E3-F3DAC018C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DF04A-E2AF-5F48-605A-223FCE5026BD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11989837" y="5965371"/>
            <a:ext cx="216534" cy="164837"/>
          </a:xfrm>
        </p:spPr>
        <p:txBody>
          <a:bodyPr>
            <a:normAutofit fontScale="25000" lnSpcReduction="20000"/>
          </a:bodyPr>
          <a:lstStyle/>
          <a:p>
            <a:endParaRPr lang="en-US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32C7C00-C315-36B7-4E90-AD5C2E34DE64}"/>
              </a:ext>
            </a:extLst>
          </p:cNvPr>
          <p:cNvSpPr txBox="1">
            <a:spLocks/>
          </p:cNvSpPr>
          <p:nvPr/>
        </p:nvSpPr>
        <p:spPr>
          <a:xfrm>
            <a:off x="824847" y="302726"/>
            <a:ext cx="8906982" cy="988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800"/>
              <a:t>7.CÁC BƯỚC THỰC HIỆN MÔ PHỎNG BẰNG C++</a:t>
            </a:r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4D0EA8-83B3-0B3F-780B-7D8BF09F5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281" y="434667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3B310-A54E-BCEA-EC33-7C057E8D9CE3}"/>
              </a:ext>
            </a:extLst>
          </p:cNvPr>
          <p:cNvSpPr txBox="1"/>
          <p:nvPr/>
        </p:nvSpPr>
        <p:spPr>
          <a:xfrm>
            <a:off x="177281" y="1009459"/>
            <a:ext cx="6116216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 algn="just">
              <a:lnSpc>
                <a:spcPct val="150000"/>
              </a:lnSpc>
              <a:buNone/>
            </a:pP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Chọn </a:t>
            </a: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Run </a:t>
            </a: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để tiến hành chạy chương trình.</a:t>
            </a:r>
            <a:endParaRPr lang="en-US" sz="180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indent="457200" algn="just">
              <a:lnSpc>
                <a:spcPct val="150000"/>
              </a:lnSpc>
            </a:pP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Đây là kết quả của chương trình vừa chạy.</a:t>
            </a:r>
            <a:endParaRPr lang="en-US" sz="180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332C65-2DBA-4799-9174-185062EAE5A6}"/>
              </a:ext>
            </a:extLst>
          </p:cNvPr>
          <p:cNvSpPr txBox="1"/>
          <p:nvPr/>
        </p:nvSpPr>
        <p:spPr>
          <a:xfrm>
            <a:off x="650810" y="1883031"/>
            <a:ext cx="61162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 bước demo :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3EA234-93B6-53C8-53C4-DB4BCE939193}"/>
              </a:ext>
            </a:extLst>
          </p:cNvPr>
          <p:cNvSpPr txBox="1"/>
          <p:nvPr/>
        </p:nvSpPr>
        <p:spPr>
          <a:xfrm>
            <a:off x="2596631" y="2108853"/>
            <a:ext cx="7393732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>
              <a:lnSpc>
                <a:spcPct val="150000"/>
              </a:lnSpc>
            </a:pP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-Nhập D=</a:t>
            </a:r>
            <a:r>
              <a:rPr lang="en-US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0</a:t>
            </a: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sau đó bấm xung Clk( bấm 1 ). Q3Q2Q1Q0 ra đúng bảng sự thật</a:t>
            </a:r>
            <a:endParaRPr lang="en-US" sz="180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04D4C77-FFF7-6375-BAED-47E701D19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2699" y="2589764"/>
            <a:ext cx="4881595" cy="37960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965168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1D02A-CD23-8C63-3948-1AAE4C9B2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51B50-FE94-FDDB-321F-A39E0422B270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11989837" y="5965371"/>
            <a:ext cx="216534" cy="164837"/>
          </a:xfrm>
        </p:spPr>
        <p:txBody>
          <a:bodyPr>
            <a:normAutofit fontScale="25000" lnSpcReduction="20000"/>
          </a:bodyPr>
          <a:lstStyle/>
          <a:p>
            <a:endParaRPr lang="en-US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4EA6CA3-8439-B555-BCA1-1DBB32B95E38}"/>
              </a:ext>
            </a:extLst>
          </p:cNvPr>
          <p:cNvSpPr txBox="1">
            <a:spLocks/>
          </p:cNvSpPr>
          <p:nvPr/>
        </p:nvSpPr>
        <p:spPr>
          <a:xfrm>
            <a:off x="824847" y="302726"/>
            <a:ext cx="8906982" cy="988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800"/>
              <a:t>7.CÁC BƯỚC THỰC HIỆN MÔ PHỎNG BẰNG C++</a:t>
            </a:r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C1CE9F-31D9-19AF-AEC3-FCA94E4B4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281" y="434667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37AF32-21BE-1297-16F1-316C6A065340}"/>
              </a:ext>
            </a:extLst>
          </p:cNvPr>
          <p:cNvSpPr txBox="1"/>
          <p:nvPr/>
        </p:nvSpPr>
        <p:spPr>
          <a:xfrm>
            <a:off x="177281" y="1009459"/>
            <a:ext cx="6116216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 algn="just">
              <a:lnSpc>
                <a:spcPct val="150000"/>
              </a:lnSpc>
              <a:buNone/>
            </a:pP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Chọn </a:t>
            </a: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Run </a:t>
            </a: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để tiến hành chạy chương trình.</a:t>
            </a:r>
            <a:endParaRPr lang="en-US" sz="180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indent="457200" algn="just">
              <a:lnSpc>
                <a:spcPct val="150000"/>
              </a:lnSpc>
            </a:pP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Đây là kết quả của chương trình vừa chạy.</a:t>
            </a:r>
            <a:endParaRPr lang="en-US" sz="180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406B6C-C711-4082-1503-CCA7A84B3F2A}"/>
              </a:ext>
            </a:extLst>
          </p:cNvPr>
          <p:cNvSpPr txBox="1"/>
          <p:nvPr/>
        </p:nvSpPr>
        <p:spPr>
          <a:xfrm>
            <a:off x="650810" y="1883031"/>
            <a:ext cx="61162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 bước demo :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E8E833-D075-B0A0-5CB3-7B7A1071405E}"/>
              </a:ext>
            </a:extLst>
          </p:cNvPr>
          <p:cNvSpPr txBox="1"/>
          <p:nvPr/>
        </p:nvSpPr>
        <p:spPr>
          <a:xfrm>
            <a:off x="3037892" y="2067697"/>
            <a:ext cx="6116216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>
              <a:lnSpc>
                <a:spcPct val="150000"/>
              </a:lnSpc>
            </a:pPr>
            <a:r>
              <a:rPr lang="en-US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	</a:t>
            </a:r>
            <a:r>
              <a:rPr lang="vi-VN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-</a:t>
            </a:r>
            <a:r>
              <a:rPr lang="en-US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Chọn 2 để kích Cl reset FF_D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D01EDD-2065-7020-6DF1-C3A3E19B4B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0340" y="2710437"/>
            <a:ext cx="3517900" cy="2735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431041C-A73F-E1B6-3BB7-DA1447DC7A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6607" y="2710437"/>
            <a:ext cx="3517900" cy="273558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3A78A11-ED74-A2B0-E6BD-4D4AC8D7425C}"/>
              </a:ext>
            </a:extLst>
          </p:cNvPr>
          <p:cNvSpPr txBox="1"/>
          <p:nvPr/>
        </p:nvSpPr>
        <p:spPr>
          <a:xfrm>
            <a:off x="2731536" y="5467305"/>
            <a:ext cx="6116216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>
              <a:lnSpc>
                <a:spcPct val="150000"/>
              </a:lnSpc>
            </a:pPr>
            <a:r>
              <a:rPr lang="en-US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=&gt; Hoạt động của mạch với khi thực hiện mô phỏng trên Proteus là như nhau.</a:t>
            </a:r>
          </a:p>
        </p:txBody>
      </p:sp>
    </p:spTree>
    <p:extLst>
      <p:ext uri="{BB962C8B-B14F-4D97-AF65-F5344CB8AC3E}">
        <p14:creationId xmlns:p14="http://schemas.microsoft.com/office/powerpoint/2010/main" val="32965904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7697E-54D0-4B94-08BE-804DB10C4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C5988-70ED-15FF-6AEC-33F8E756B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84065"/>
            <a:ext cx="12029090" cy="3490572"/>
          </a:xfrm>
        </p:spPr>
        <p:txBody>
          <a:bodyPr>
            <a:normAutofit/>
          </a:bodyPr>
          <a:lstStyle/>
          <a:p>
            <a:r>
              <a:rPr lang="en-US"/>
              <a:t>- Giáo trình mạch số - Trần Hữu Danh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7D1ADD7-4A85-6D70-4630-38878967E346}"/>
              </a:ext>
            </a:extLst>
          </p:cNvPr>
          <p:cNvSpPr txBox="1">
            <a:spLocks/>
          </p:cNvSpPr>
          <p:nvPr/>
        </p:nvSpPr>
        <p:spPr>
          <a:xfrm>
            <a:off x="824847" y="302726"/>
            <a:ext cx="4465609" cy="988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800"/>
              <a:t>8.TÀI LIỆU THAM KHẢO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174281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7981F-8DDB-4942-9095-1A301A9309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CÁM ƠN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DE8CBC-CC0F-41DD-9762-03FD26D3B0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648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4855</TotalTime>
  <Words>1795</Words>
  <Application>Microsoft Office PowerPoint</Application>
  <PresentationFormat>Widescreen</PresentationFormat>
  <Paragraphs>167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2" baseType="lpstr">
      <vt:lpstr>Arial</vt:lpstr>
      <vt:lpstr>Barlow</vt:lpstr>
      <vt:lpstr>K2D</vt:lpstr>
      <vt:lpstr>Segoe UI Symbol</vt:lpstr>
      <vt:lpstr>Aptos</vt:lpstr>
      <vt:lpstr>Readex Pro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CÁM ƠN</vt:lpstr>
    </vt:vector>
  </TitlesOfParts>
  <Company>Can Tho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PowerPointTemplate_Blank</dc:title>
  <dc:creator>CTU Media</dc:creator>
  <cp:lastModifiedBy>Nguyễn Hoàng Khải - B2308304</cp:lastModifiedBy>
  <cp:revision>321</cp:revision>
  <dcterms:created xsi:type="dcterms:W3CDTF">2022-07-01T08:15:51Z</dcterms:created>
  <dcterms:modified xsi:type="dcterms:W3CDTF">2025-07-25T04:12:41Z</dcterms:modified>
</cp:coreProperties>
</file>